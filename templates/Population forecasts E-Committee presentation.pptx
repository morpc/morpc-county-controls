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8" r:id="rId5"/>
    <p:sldId id="301" r:id="rId6"/>
    <p:sldId id="311" r:id="rId7"/>
    <p:sldId id="312" r:id="rId8"/>
    <p:sldId id="302" r:id="rId9"/>
    <p:sldId id="303" r:id="rId10"/>
    <p:sldId id="306" r:id="rId11"/>
    <p:sldId id="313" r:id="rId12"/>
    <p:sldId id="308" r:id="rId13"/>
    <p:sldId id="309" r:id="rId14"/>
    <p:sldId id="31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z Whelan" initials="LW" lastIdx="5" clrIdx="0">
    <p:extLst>
      <p:ext uri="{19B8F6BF-5375-455C-9EA6-DF929625EA0E}">
        <p15:presenceInfo xmlns:p15="http://schemas.microsoft.com/office/powerpoint/2012/main" userId="S::lwhelan@morpc.org::263741af-1c06-4b56-9409-b416fddbf7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7F67"/>
    <a:srgbClr val="0075BF"/>
    <a:srgbClr val="365072"/>
    <a:srgbClr val="00B2BF"/>
    <a:srgbClr val="34617A"/>
    <a:srgbClr val="5AB6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6419F8-5C85-7111-F095-D9A9FA5D661B}" v="1" dt="2023-01-30T17:51:47.295"/>
    <p1510:client id="{5D09B679-F9E6-02E0-4EE9-AE347276448F}" v="2" dt="2023-02-02T17:56:07.694"/>
    <p1510:client id="{5FAF4816-4644-57B5-1DFF-7CC5A238E266}" v="1" dt="2023-02-02T17:58:55.110"/>
    <p1510:client id="{6ACE6BAF-4F47-2B7F-29F5-F0E2E2F54C07}" v="100" dt="2023-01-30T15:43:33.420"/>
    <p1510:client id="{75518E98-BDFD-40A3-AECE-8453F9DF06B6}" v="28" dt="2023-01-31T15:15:39.398"/>
    <p1510:client id="{AEEBC0D5-59E4-4C02-872F-DE1AD925A146}" v="57" dt="2023-01-30T16:30:20.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am Porr" userId="176b239e-e1e8-4fc8-9bbc-5d53f6ce273d" providerId="ADAL" clId="{AEEBC0D5-59E4-4C02-872F-DE1AD925A146}"/>
    <pc:docChg chg="undo custSel addSld delSld modSld sldOrd">
      <pc:chgData name="Adam Porr" userId="176b239e-e1e8-4fc8-9bbc-5d53f6ce273d" providerId="ADAL" clId="{AEEBC0D5-59E4-4C02-872F-DE1AD925A146}" dt="2023-01-30T16:34:38.473" v="2059" actId="1076"/>
      <pc:docMkLst>
        <pc:docMk/>
      </pc:docMkLst>
      <pc:sldChg chg="modSp mod">
        <pc:chgData name="Adam Porr" userId="176b239e-e1e8-4fc8-9bbc-5d53f6ce273d" providerId="ADAL" clId="{AEEBC0D5-59E4-4C02-872F-DE1AD925A146}" dt="2023-01-27T15:01:16.932" v="33" actId="20577"/>
        <pc:sldMkLst>
          <pc:docMk/>
          <pc:sldMk cId="2928470294" sldId="258"/>
        </pc:sldMkLst>
        <pc:spChg chg="mod">
          <ac:chgData name="Adam Porr" userId="176b239e-e1e8-4fc8-9bbc-5d53f6ce273d" providerId="ADAL" clId="{AEEBC0D5-59E4-4C02-872F-DE1AD925A146}" dt="2023-01-27T15:00:08.715" v="21" actId="6549"/>
          <ac:spMkLst>
            <pc:docMk/>
            <pc:sldMk cId="2928470294" sldId="258"/>
            <ac:spMk id="2" creationId="{00000000-0000-0000-0000-000000000000}"/>
          </ac:spMkLst>
        </pc:spChg>
        <pc:spChg chg="mod">
          <ac:chgData name="Adam Porr" userId="176b239e-e1e8-4fc8-9bbc-5d53f6ce273d" providerId="ADAL" clId="{AEEBC0D5-59E4-4C02-872F-DE1AD925A146}" dt="2023-01-27T15:01:16.932" v="33" actId="20577"/>
          <ac:spMkLst>
            <pc:docMk/>
            <pc:sldMk cId="2928470294" sldId="258"/>
            <ac:spMk id="3" creationId="{00000000-0000-0000-0000-000000000000}"/>
          </ac:spMkLst>
        </pc:spChg>
      </pc:sldChg>
      <pc:sldChg chg="add del">
        <pc:chgData name="Adam Porr" userId="176b239e-e1e8-4fc8-9bbc-5d53f6ce273d" providerId="ADAL" clId="{AEEBC0D5-59E4-4C02-872F-DE1AD925A146}" dt="2023-01-27T15:02:04.982" v="38" actId="47"/>
        <pc:sldMkLst>
          <pc:docMk/>
          <pc:sldMk cId="4123176147" sldId="285"/>
        </pc:sldMkLst>
      </pc:sldChg>
      <pc:sldChg chg="add del">
        <pc:chgData name="Adam Porr" userId="176b239e-e1e8-4fc8-9bbc-5d53f6ce273d" providerId="ADAL" clId="{AEEBC0D5-59E4-4C02-872F-DE1AD925A146}" dt="2023-01-27T15:02:04.982" v="38" actId="47"/>
        <pc:sldMkLst>
          <pc:docMk/>
          <pc:sldMk cId="1554656948" sldId="287"/>
        </pc:sldMkLst>
      </pc:sldChg>
      <pc:sldChg chg="add del">
        <pc:chgData name="Adam Porr" userId="176b239e-e1e8-4fc8-9bbc-5d53f6ce273d" providerId="ADAL" clId="{AEEBC0D5-59E4-4C02-872F-DE1AD925A146}" dt="2023-01-27T15:02:04.982" v="38" actId="47"/>
        <pc:sldMkLst>
          <pc:docMk/>
          <pc:sldMk cId="1479870963" sldId="290"/>
        </pc:sldMkLst>
      </pc:sldChg>
      <pc:sldChg chg="add del">
        <pc:chgData name="Adam Porr" userId="176b239e-e1e8-4fc8-9bbc-5d53f6ce273d" providerId="ADAL" clId="{AEEBC0D5-59E4-4C02-872F-DE1AD925A146}" dt="2023-01-27T15:02:04.982" v="38" actId="47"/>
        <pc:sldMkLst>
          <pc:docMk/>
          <pc:sldMk cId="2674354821" sldId="291"/>
        </pc:sldMkLst>
      </pc:sldChg>
      <pc:sldChg chg="del">
        <pc:chgData name="Adam Porr" userId="176b239e-e1e8-4fc8-9bbc-5d53f6ce273d" providerId="ADAL" clId="{AEEBC0D5-59E4-4C02-872F-DE1AD925A146}" dt="2023-01-27T15:01:46.214" v="34" actId="47"/>
        <pc:sldMkLst>
          <pc:docMk/>
          <pc:sldMk cId="1837008333" sldId="294"/>
        </pc:sldMkLst>
      </pc:sldChg>
      <pc:sldChg chg="add del">
        <pc:chgData name="Adam Porr" userId="176b239e-e1e8-4fc8-9bbc-5d53f6ce273d" providerId="ADAL" clId="{AEEBC0D5-59E4-4C02-872F-DE1AD925A146}" dt="2023-01-27T15:02:04.982" v="38" actId="47"/>
        <pc:sldMkLst>
          <pc:docMk/>
          <pc:sldMk cId="4270964250" sldId="296"/>
        </pc:sldMkLst>
      </pc:sldChg>
      <pc:sldChg chg="add del">
        <pc:chgData name="Adam Porr" userId="176b239e-e1e8-4fc8-9bbc-5d53f6ce273d" providerId="ADAL" clId="{AEEBC0D5-59E4-4C02-872F-DE1AD925A146}" dt="2023-01-27T15:02:04.982" v="38" actId="47"/>
        <pc:sldMkLst>
          <pc:docMk/>
          <pc:sldMk cId="2297842020" sldId="299"/>
        </pc:sldMkLst>
      </pc:sldChg>
      <pc:sldChg chg="add del">
        <pc:chgData name="Adam Porr" userId="176b239e-e1e8-4fc8-9bbc-5d53f6ce273d" providerId="ADAL" clId="{AEEBC0D5-59E4-4C02-872F-DE1AD925A146}" dt="2023-01-27T15:02:04.982" v="38" actId="47"/>
        <pc:sldMkLst>
          <pc:docMk/>
          <pc:sldMk cId="34905477" sldId="300"/>
        </pc:sldMkLst>
      </pc:sldChg>
      <pc:sldChg chg="addSp delSp modSp new mod">
        <pc:chgData name="Adam Porr" userId="176b239e-e1e8-4fc8-9bbc-5d53f6ce273d" providerId="ADAL" clId="{AEEBC0D5-59E4-4C02-872F-DE1AD925A146}" dt="2023-01-27T15:17:35.097" v="317" actId="404"/>
        <pc:sldMkLst>
          <pc:docMk/>
          <pc:sldMk cId="2178723479" sldId="301"/>
        </pc:sldMkLst>
        <pc:spChg chg="del">
          <ac:chgData name="Adam Porr" userId="176b239e-e1e8-4fc8-9bbc-5d53f6ce273d" providerId="ADAL" clId="{AEEBC0D5-59E4-4C02-872F-DE1AD925A146}" dt="2023-01-27T15:03:58.381" v="120" actId="478"/>
          <ac:spMkLst>
            <pc:docMk/>
            <pc:sldMk cId="2178723479" sldId="301"/>
            <ac:spMk id="2" creationId="{CE56ABF1-7369-8BAB-1C64-23641D9A42FB}"/>
          </ac:spMkLst>
        </pc:spChg>
        <pc:spChg chg="mod">
          <ac:chgData name="Adam Porr" userId="176b239e-e1e8-4fc8-9bbc-5d53f6ce273d" providerId="ADAL" clId="{AEEBC0D5-59E4-4C02-872F-DE1AD925A146}" dt="2023-01-27T15:12:27.856" v="278" actId="20577"/>
          <ac:spMkLst>
            <pc:docMk/>
            <pc:sldMk cId="2178723479" sldId="301"/>
            <ac:spMk id="3" creationId="{2C47F727-15DF-5E2F-573A-716C57E489F0}"/>
          </ac:spMkLst>
        </pc:spChg>
        <pc:graphicFrameChg chg="add del mod">
          <ac:chgData name="Adam Porr" userId="176b239e-e1e8-4fc8-9bbc-5d53f6ce273d" providerId="ADAL" clId="{AEEBC0D5-59E4-4C02-872F-DE1AD925A146}" dt="2023-01-27T15:09:38.430" v="144" actId="478"/>
          <ac:graphicFrameMkLst>
            <pc:docMk/>
            <pc:sldMk cId="2178723479" sldId="301"/>
            <ac:graphicFrameMk id="4" creationId="{950E6B9F-6DB3-45E6-8B53-6A1EF5C0C20D}"/>
          </ac:graphicFrameMkLst>
        </pc:graphicFrameChg>
        <pc:graphicFrameChg chg="add mod">
          <ac:chgData name="Adam Porr" userId="176b239e-e1e8-4fc8-9bbc-5d53f6ce273d" providerId="ADAL" clId="{AEEBC0D5-59E4-4C02-872F-DE1AD925A146}" dt="2023-01-27T15:17:35.097" v="317" actId="404"/>
          <ac:graphicFrameMkLst>
            <pc:docMk/>
            <pc:sldMk cId="2178723479" sldId="301"/>
            <ac:graphicFrameMk id="5" creationId="{950E6B9F-6DB3-45E6-8B53-6A1EF5C0C20D}"/>
          </ac:graphicFrameMkLst>
        </pc:graphicFrameChg>
      </pc:sldChg>
      <pc:sldChg chg="addSp delSp modSp add mod">
        <pc:chgData name="Adam Porr" userId="176b239e-e1e8-4fc8-9bbc-5d53f6ce273d" providerId="ADAL" clId="{AEEBC0D5-59E4-4C02-872F-DE1AD925A146}" dt="2023-01-27T15:16:38.447" v="307"/>
        <pc:sldMkLst>
          <pc:docMk/>
          <pc:sldMk cId="557455654" sldId="302"/>
        </pc:sldMkLst>
        <pc:spChg chg="del">
          <ac:chgData name="Adam Porr" userId="176b239e-e1e8-4fc8-9bbc-5d53f6ce273d" providerId="ADAL" clId="{AEEBC0D5-59E4-4C02-872F-DE1AD925A146}" dt="2023-01-27T15:11:20.614" v="244" actId="478"/>
          <ac:spMkLst>
            <pc:docMk/>
            <pc:sldMk cId="557455654" sldId="302"/>
            <ac:spMk id="2" creationId="{CE56ABF1-7369-8BAB-1C64-23641D9A42FB}"/>
          </ac:spMkLst>
        </pc:spChg>
        <pc:spChg chg="mod">
          <ac:chgData name="Adam Porr" userId="176b239e-e1e8-4fc8-9bbc-5d53f6ce273d" providerId="ADAL" clId="{AEEBC0D5-59E4-4C02-872F-DE1AD925A146}" dt="2023-01-27T15:10:55.954" v="214" actId="20577"/>
          <ac:spMkLst>
            <pc:docMk/>
            <pc:sldMk cId="557455654" sldId="302"/>
            <ac:spMk id="3" creationId="{2C47F727-15DF-5E2F-573A-716C57E489F0}"/>
          </ac:spMkLst>
        </pc:spChg>
        <pc:graphicFrameChg chg="add del mod">
          <ac:chgData name="Adam Porr" userId="176b239e-e1e8-4fc8-9bbc-5d53f6ce273d" providerId="ADAL" clId="{AEEBC0D5-59E4-4C02-872F-DE1AD925A146}" dt="2023-01-27T15:09:40.298" v="145" actId="478"/>
          <ac:graphicFrameMkLst>
            <pc:docMk/>
            <pc:sldMk cId="557455654" sldId="302"/>
            <ac:graphicFrameMk id="4" creationId="{3B30C372-5AC2-47B4-B350-D58990FEAA81}"/>
          </ac:graphicFrameMkLst>
        </pc:graphicFrameChg>
        <pc:graphicFrameChg chg="add mod">
          <ac:chgData name="Adam Porr" userId="176b239e-e1e8-4fc8-9bbc-5d53f6ce273d" providerId="ADAL" clId="{AEEBC0D5-59E4-4C02-872F-DE1AD925A146}" dt="2023-01-27T15:16:38.447" v="307"/>
          <ac:graphicFrameMkLst>
            <pc:docMk/>
            <pc:sldMk cId="557455654" sldId="302"/>
            <ac:graphicFrameMk id="5" creationId="{3B30C372-5AC2-47B4-B350-D58990FEAA81}"/>
          </ac:graphicFrameMkLst>
        </pc:graphicFrameChg>
      </pc:sldChg>
      <pc:sldChg chg="addSp delSp modSp add mod">
        <pc:chgData name="Adam Porr" userId="176b239e-e1e8-4fc8-9bbc-5d53f6ce273d" providerId="ADAL" clId="{AEEBC0D5-59E4-4C02-872F-DE1AD925A146}" dt="2023-01-27T15:19:56.356" v="334" actId="1076"/>
        <pc:sldMkLst>
          <pc:docMk/>
          <pc:sldMk cId="3048020481" sldId="303"/>
        </pc:sldMkLst>
        <pc:spChg chg="del">
          <ac:chgData name="Adam Porr" userId="176b239e-e1e8-4fc8-9bbc-5d53f6ce273d" providerId="ADAL" clId="{AEEBC0D5-59E4-4C02-872F-DE1AD925A146}" dt="2023-01-27T15:11:23.831" v="245" actId="478"/>
          <ac:spMkLst>
            <pc:docMk/>
            <pc:sldMk cId="3048020481" sldId="303"/>
            <ac:spMk id="2" creationId="{CE56ABF1-7369-8BAB-1C64-23641D9A42FB}"/>
          </ac:spMkLst>
        </pc:spChg>
        <pc:spChg chg="mod">
          <ac:chgData name="Adam Porr" userId="176b239e-e1e8-4fc8-9bbc-5d53f6ce273d" providerId="ADAL" clId="{AEEBC0D5-59E4-4C02-872F-DE1AD925A146}" dt="2023-01-27T15:11:11.164" v="243" actId="20577"/>
          <ac:spMkLst>
            <pc:docMk/>
            <pc:sldMk cId="3048020481" sldId="303"/>
            <ac:spMk id="3" creationId="{2C47F727-15DF-5E2F-573A-716C57E489F0}"/>
          </ac:spMkLst>
        </pc:spChg>
        <pc:graphicFrameChg chg="add del mod">
          <ac:chgData name="Adam Porr" userId="176b239e-e1e8-4fc8-9bbc-5d53f6ce273d" providerId="ADAL" clId="{AEEBC0D5-59E4-4C02-872F-DE1AD925A146}" dt="2023-01-27T15:09:43.580" v="146" actId="478"/>
          <ac:graphicFrameMkLst>
            <pc:docMk/>
            <pc:sldMk cId="3048020481" sldId="303"/>
            <ac:graphicFrameMk id="4" creationId="{B4D2290D-DFB7-4281-85AF-0BFFF3B8E379}"/>
          </ac:graphicFrameMkLst>
        </pc:graphicFrameChg>
        <pc:graphicFrameChg chg="add del mod">
          <ac:chgData name="Adam Porr" userId="176b239e-e1e8-4fc8-9bbc-5d53f6ce273d" providerId="ADAL" clId="{AEEBC0D5-59E4-4C02-872F-DE1AD925A146}" dt="2023-01-27T15:18:12.297" v="320" actId="478"/>
          <ac:graphicFrameMkLst>
            <pc:docMk/>
            <pc:sldMk cId="3048020481" sldId="303"/>
            <ac:graphicFrameMk id="5" creationId="{FCD32FBE-8F81-409C-B182-7D93E0798A8B}"/>
          </ac:graphicFrameMkLst>
        </pc:graphicFrameChg>
        <pc:graphicFrameChg chg="add mod">
          <ac:chgData name="Adam Porr" userId="176b239e-e1e8-4fc8-9bbc-5d53f6ce273d" providerId="ADAL" clId="{AEEBC0D5-59E4-4C02-872F-DE1AD925A146}" dt="2023-01-27T15:19:56.356" v="334" actId="1076"/>
          <ac:graphicFrameMkLst>
            <pc:docMk/>
            <pc:sldMk cId="3048020481" sldId="303"/>
            <ac:graphicFrameMk id="6" creationId="{B4D2290D-DFB7-4281-85AF-0BFFF3B8E379}"/>
          </ac:graphicFrameMkLst>
        </pc:graphicFrameChg>
      </pc:sldChg>
      <pc:sldChg chg="addSp modSp add del mod">
        <pc:chgData name="Adam Porr" userId="176b239e-e1e8-4fc8-9bbc-5d53f6ce273d" providerId="ADAL" clId="{AEEBC0D5-59E4-4C02-872F-DE1AD925A146}" dt="2023-01-27T15:11:26.031" v="246" actId="47"/>
        <pc:sldMkLst>
          <pc:docMk/>
          <pc:sldMk cId="706337757" sldId="304"/>
        </pc:sldMkLst>
        <pc:spChg chg="mod">
          <ac:chgData name="Adam Porr" userId="176b239e-e1e8-4fc8-9bbc-5d53f6ce273d" providerId="ADAL" clId="{AEEBC0D5-59E4-4C02-872F-DE1AD925A146}" dt="2023-01-27T15:02:08.132" v="45" actId="27636"/>
          <ac:spMkLst>
            <pc:docMk/>
            <pc:sldMk cId="706337757" sldId="304"/>
            <ac:spMk id="3" creationId="{2C47F727-15DF-5E2F-573A-716C57E489F0}"/>
          </ac:spMkLst>
        </pc:spChg>
        <pc:graphicFrameChg chg="add mod">
          <ac:chgData name="Adam Porr" userId="176b239e-e1e8-4fc8-9bbc-5d53f6ce273d" providerId="ADAL" clId="{AEEBC0D5-59E4-4C02-872F-DE1AD925A146}" dt="2023-01-27T15:06:01.548" v="133"/>
          <ac:graphicFrameMkLst>
            <pc:docMk/>
            <pc:sldMk cId="706337757" sldId="304"/>
            <ac:graphicFrameMk id="4" creationId="{FCD32FBE-8F81-409C-B182-7D93E0798A8B}"/>
          </ac:graphicFrameMkLst>
        </pc:graphicFrameChg>
      </pc:sldChg>
      <pc:sldChg chg="modSp add mod ord">
        <pc:chgData name="Adam Porr" userId="176b239e-e1e8-4fc8-9bbc-5d53f6ce273d" providerId="ADAL" clId="{AEEBC0D5-59E4-4C02-872F-DE1AD925A146}" dt="2023-01-27T17:00:48.071" v="1985" actId="6549"/>
        <pc:sldMkLst>
          <pc:docMk/>
          <pc:sldMk cId="297705023" sldId="305"/>
        </pc:sldMkLst>
        <pc:spChg chg="mod">
          <ac:chgData name="Adam Porr" userId="176b239e-e1e8-4fc8-9bbc-5d53f6ce273d" providerId="ADAL" clId="{AEEBC0D5-59E4-4C02-872F-DE1AD925A146}" dt="2023-01-27T17:00:48.071" v="1985" actId="6549"/>
          <ac:spMkLst>
            <pc:docMk/>
            <pc:sldMk cId="297705023" sldId="305"/>
            <ac:spMk id="2" creationId="{CE56ABF1-7369-8BAB-1C64-23641D9A42FB}"/>
          </ac:spMkLst>
        </pc:spChg>
        <pc:spChg chg="mod">
          <ac:chgData name="Adam Porr" userId="176b239e-e1e8-4fc8-9bbc-5d53f6ce273d" providerId="ADAL" clId="{AEEBC0D5-59E4-4C02-872F-DE1AD925A146}" dt="2023-01-27T15:29:55.465" v="439" actId="20577"/>
          <ac:spMkLst>
            <pc:docMk/>
            <pc:sldMk cId="297705023" sldId="305"/>
            <ac:spMk id="3" creationId="{2C47F727-15DF-5E2F-573A-716C57E489F0}"/>
          </ac:spMkLst>
        </pc:spChg>
      </pc:sldChg>
      <pc:sldChg chg="addSp delSp modSp add mod">
        <pc:chgData name="Adam Porr" userId="176b239e-e1e8-4fc8-9bbc-5d53f6ce273d" providerId="ADAL" clId="{AEEBC0D5-59E4-4C02-872F-DE1AD925A146}" dt="2023-01-30T16:28:52.762" v="2030" actId="478"/>
        <pc:sldMkLst>
          <pc:docMk/>
          <pc:sldMk cId="1297760698" sldId="306"/>
        </pc:sldMkLst>
        <pc:spChg chg="mod">
          <ac:chgData name="Adam Porr" userId="176b239e-e1e8-4fc8-9bbc-5d53f6ce273d" providerId="ADAL" clId="{AEEBC0D5-59E4-4C02-872F-DE1AD925A146}" dt="2023-01-27T15:11:48.381" v="265" actId="6549"/>
          <ac:spMkLst>
            <pc:docMk/>
            <pc:sldMk cId="1297760698" sldId="306"/>
            <ac:spMk id="3" creationId="{2C47F727-15DF-5E2F-573A-716C57E489F0}"/>
          </ac:spMkLst>
        </pc:spChg>
        <pc:spChg chg="del">
          <ac:chgData name="Adam Porr" userId="176b239e-e1e8-4fc8-9bbc-5d53f6ce273d" providerId="ADAL" clId="{AEEBC0D5-59E4-4C02-872F-DE1AD925A146}" dt="2023-01-30T16:28:52.762" v="2030" actId="478"/>
          <ac:spMkLst>
            <pc:docMk/>
            <pc:sldMk cId="1297760698" sldId="306"/>
            <ac:spMk id="4" creationId="{8AC08AF1-EED2-4204-D88C-C788048873E5}"/>
          </ac:spMkLst>
        </pc:spChg>
        <pc:graphicFrameChg chg="add mod">
          <ac:chgData name="Adam Porr" userId="176b239e-e1e8-4fc8-9bbc-5d53f6ce273d" providerId="ADAL" clId="{AEEBC0D5-59E4-4C02-872F-DE1AD925A146}" dt="2023-01-27T15:20:10.265" v="336" actId="1076"/>
          <ac:graphicFrameMkLst>
            <pc:docMk/>
            <pc:sldMk cId="1297760698" sldId="306"/>
            <ac:graphicFrameMk id="2" creationId="{FCD32FBE-8F81-409C-B182-7D93E0798A8B}"/>
          </ac:graphicFrameMkLst>
        </pc:graphicFrameChg>
      </pc:sldChg>
      <pc:sldChg chg="addSp modSp new del mod">
        <pc:chgData name="Adam Porr" userId="176b239e-e1e8-4fc8-9bbc-5d53f6ce273d" providerId="ADAL" clId="{AEEBC0D5-59E4-4C02-872F-DE1AD925A146}" dt="2023-01-27T15:07:08.982" v="140" actId="2696"/>
        <pc:sldMkLst>
          <pc:docMk/>
          <pc:sldMk cId="1361637235" sldId="306"/>
        </pc:sldMkLst>
        <pc:graphicFrameChg chg="add mod">
          <ac:chgData name="Adam Porr" userId="176b239e-e1e8-4fc8-9bbc-5d53f6ce273d" providerId="ADAL" clId="{AEEBC0D5-59E4-4C02-872F-DE1AD925A146}" dt="2023-01-27T15:06:24.204" v="137" actId="27636"/>
          <ac:graphicFrameMkLst>
            <pc:docMk/>
            <pc:sldMk cId="1361637235" sldId="306"/>
            <ac:graphicFrameMk id="4" creationId="{B9C7C29A-C5E8-467C-9EA0-EABF37DD2010}"/>
          </ac:graphicFrameMkLst>
        </pc:graphicFrameChg>
      </pc:sldChg>
      <pc:sldChg chg="del">
        <pc:chgData name="Adam Porr" userId="176b239e-e1e8-4fc8-9bbc-5d53f6ce273d" providerId="ADAL" clId="{AEEBC0D5-59E4-4C02-872F-DE1AD925A146}" dt="2023-01-27T21:15:57.331" v="1987" actId="2696"/>
        <pc:sldMkLst>
          <pc:docMk/>
          <pc:sldMk cId="3187359948" sldId="307"/>
        </pc:sldMkLst>
      </pc:sldChg>
      <pc:sldChg chg="add">
        <pc:chgData name="Adam Porr" userId="176b239e-e1e8-4fc8-9bbc-5d53f6ce273d" providerId="ADAL" clId="{AEEBC0D5-59E4-4C02-872F-DE1AD925A146}" dt="2023-01-27T21:15:36.149" v="1986"/>
        <pc:sldMkLst>
          <pc:docMk/>
          <pc:sldMk cId="2694863690" sldId="311"/>
        </pc:sldMkLst>
      </pc:sldChg>
      <pc:sldChg chg="addSp delSp modSp add mod ord modNotesTx">
        <pc:chgData name="Adam Porr" userId="176b239e-e1e8-4fc8-9bbc-5d53f6ce273d" providerId="ADAL" clId="{AEEBC0D5-59E4-4C02-872F-DE1AD925A146}" dt="2023-01-30T16:29:53.033" v="2034"/>
        <pc:sldMkLst>
          <pc:docMk/>
          <pc:sldMk cId="3573700640" sldId="312"/>
        </pc:sldMkLst>
        <pc:spChg chg="mod">
          <ac:chgData name="Adam Porr" userId="176b239e-e1e8-4fc8-9bbc-5d53f6ce273d" providerId="ADAL" clId="{AEEBC0D5-59E4-4C02-872F-DE1AD925A146}" dt="2023-01-27T21:20:11.549" v="2025" actId="6549"/>
          <ac:spMkLst>
            <pc:docMk/>
            <pc:sldMk cId="3573700640" sldId="312"/>
            <ac:spMk id="3" creationId="{2C47F727-15DF-5E2F-573A-716C57E489F0}"/>
          </ac:spMkLst>
        </pc:spChg>
        <pc:graphicFrameChg chg="add mod">
          <ac:chgData name="Adam Porr" userId="176b239e-e1e8-4fc8-9bbc-5d53f6ce273d" providerId="ADAL" clId="{AEEBC0D5-59E4-4C02-872F-DE1AD925A146}" dt="2023-01-27T21:17:05.034" v="2002"/>
          <ac:graphicFrameMkLst>
            <pc:docMk/>
            <pc:sldMk cId="3573700640" sldId="312"/>
            <ac:graphicFrameMk id="2" creationId="{60CF5A35-6E93-47C2-B08B-24DC28C02007}"/>
          </ac:graphicFrameMkLst>
        </pc:graphicFrameChg>
        <pc:graphicFrameChg chg="del">
          <ac:chgData name="Adam Porr" userId="176b239e-e1e8-4fc8-9bbc-5d53f6ce273d" providerId="ADAL" clId="{AEEBC0D5-59E4-4C02-872F-DE1AD925A146}" dt="2023-01-27T21:16:52.266" v="1997" actId="478"/>
          <ac:graphicFrameMkLst>
            <pc:docMk/>
            <pc:sldMk cId="3573700640" sldId="312"/>
            <ac:graphicFrameMk id="5" creationId="{3B30C372-5AC2-47B4-B350-D58990FEAA81}"/>
          </ac:graphicFrameMkLst>
        </pc:graphicFrameChg>
        <pc:graphicFrameChg chg="add mod">
          <ac:chgData name="Adam Porr" userId="176b239e-e1e8-4fc8-9bbc-5d53f6ce273d" providerId="ADAL" clId="{AEEBC0D5-59E4-4C02-872F-DE1AD925A146}" dt="2023-01-27T21:19:33.899" v="2016" actId="404"/>
          <ac:graphicFrameMkLst>
            <pc:docMk/>
            <pc:sldMk cId="3573700640" sldId="312"/>
            <ac:graphicFrameMk id="6" creationId="{60CF5A35-6E93-47C2-B08B-24DC28C02007}"/>
          </ac:graphicFrameMkLst>
        </pc:graphicFrameChg>
        <pc:picChg chg="add del">
          <ac:chgData name="Adam Porr" userId="176b239e-e1e8-4fc8-9bbc-5d53f6ce273d" providerId="ADAL" clId="{AEEBC0D5-59E4-4C02-872F-DE1AD925A146}" dt="2023-01-27T21:18:13.749" v="2004" actId="478"/>
          <ac:picMkLst>
            <pc:docMk/>
            <pc:sldMk cId="3573700640" sldId="312"/>
            <ac:picMk id="4" creationId="{40ED2D92-D8CB-1EB2-9783-84A314B4F8CF}"/>
          </ac:picMkLst>
        </pc:picChg>
      </pc:sldChg>
      <pc:sldChg chg="addSp delSp modSp add mod">
        <pc:chgData name="Adam Porr" userId="176b239e-e1e8-4fc8-9bbc-5d53f6ce273d" providerId="ADAL" clId="{AEEBC0D5-59E4-4C02-872F-DE1AD925A146}" dt="2023-01-30T16:34:38.473" v="2059" actId="1076"/>
        <pc:sldMkLst>
          <pc:docMk/>
          <pc:sldMk cId="2867748585" sldId="313"/>
        </pc:sldMkLst>
        <pc:spChg chg="mod">
          <ac:chgData name="Adam Porr" userId="176b239e-e1e8-4fc8-9bbc-5d53f6ce273d" providerId="ADAL" clId="{AEEBC0D5-59E4-4C02-872F-DE1AD925A146}" dt="2023-01-30T16:30:11.369" v="2052" actId="20577"/>
          <ac:spMkLst>
            <pc:docMk/>
            <pc:sldMk cId="2867748585" sldId="313"/>
            <ac:spMk id="3" creationId="{2C47F727-15DF-5E2F-573A-716C57E489F0}"/>
          </ac:spMkLst>
        </pc:spChg>
        <pc:graphicFrameChg chg="add mod">
          <ac:chgData name="Adam Porr" userId="176b239e-e1e8-4fc8-9bbc-5d53f6ce273d" providerId="ADAL" clId="{AEEBC0D5-59E4-4C02-872F-DE1AD925A146}" dt="2023-01-30T16:34:38.473" v="2059" actId="1076"/>
          <ac:graphicFrameMkLst>
            <pc:docMk/>
            <pc:sldMk cId="2867748585" sldId="313"/>
            <ac:graphicFrameMk id="2" creationId="{912AED01-4B01-4FA1-AE85-B1CE94B733A5}"/>
          </ac:graphicFrameMkLst>
        </pc:graphicFrameChg>
        <pc:graphicFrameChg chg="del">
          <ac:chgData name="Adam Porr" userId="176b239e-e1e8-4fc8-9bbc-5d53f6ce273d" providerId="ADAL" clId="{AEEBC0D5-59E4-4C02-872F-DE1AD925A146}" dt="2023-01-30T16:30:15.607" v="2053" actId="478"/>
          <ac:graphicFrameMkLst>
            <pc:docMk/>
            <pc:sldMk cId="2867748585" sldId="313"/>
            <ac:graphicFrameMk id="6" creationId="{60CF5A35-6E93-47C2-B08B-24DC28C02007}"/>
          </ac:graphicFrameMkLst>
        </pc:graphicFrameChg>
      </pc:sldChg>
    </pc:docChg>
  </pc:docChgLst>
  <pc:docChgLst>
    <pc:chgData name="Kerstin Carr" userId="S::kcarr@morpc.org::0a75b278-7a86-4941-a63f-822a1b662736" providerId="AD" clId="Web-{5D09B679-F9E6-02E0-4EE9-AE347276448F}"/>
    <pc:docChg chg="modSld">
      <pc:chgData name="Kerstin Carr" userId="S::kcarr@morpc.org::0a75b278-7a86-4941-a63f-822a1b662736" providerId="AD" clId="Web-{5D09B679-F9E6-02E0-4EE9-AE347276448F}" dt="2023-02-02T17:56:05.647" v="31"/>
      <pc:docMkLst>
        <pc:docMk/>
      </pc:docMkLst>
      <pc:sldChg chg="modNotes">
        <pc:chgData name="Kerstin Carr" userId="S::kcarr@morpc.org::0a75b278-7a86-4941-a63f-822a1b662736" providerId="AD" clId="Web-{5D09B679-F9E6-02E0-4EE9-AE347276448F}" dt="2023-02-02T17:55:01.145" v="18"/>
        <pc:sldMkLst>
          <pc:docMk/>
          <pc:sldMk cId="557455654" sldId="302"/>
        </pc:sldMkLst>
      </pc:sldChg>
      <pc:sldChg chg="modNotes">
        <pc:chgData name="Kerstin Carr" userId="S::kcarr@morpc.org::0a75b278-7a86-4941-a63f-822a1b662736" providerId="AD" clId="Web-{5D09B679-F9E6-02E0-4EE9-AE347276448F}" dt="2023-02-02T17:55:28.989" v="23"/>
        <pc:sldMkLst>
          <pc:docMk/>
          <pc:sldMk cId="3048020481" sldId="303"/>
        </pc:sldMkLst>
      </pc:sldChg>
      <pc:sldChg chg="modNotes">
        <pc:chgData name="Kerstin Carr" userId="S::kcarr@morpc.org::0a75b278-7a86-4941-a63f-822a1b662736" providerId="AD" clId="Web-{5D09B679-F9E6-02E0-4EE9-AE347276448F}" dt="2023-02-02T17:55:43.005" v="27"/>
        <pc:sldMkLst>
          <pc:docMk/>
          <pc:sldMk cId="1297760698" sldId="306"/>
        </pc:sldMkLst>
      </pc:sldChg>
      <pc:sldChg chg="modNotes">
        <pc:chgData name="Kerstin Carr" userId="S::kcarr@morpc.org::0a75b278-7a86-4941-a63f-822a1b662736" providerId="AD" clId="Web-{5D09B679-F9E6-02E0-4EE9-AE347276448F}" dt="2023-02-02T17:56:05.647" v="31"/>
        <pc:sldMkLst>
          <pc:docMk/>
          <pc:sldMk cId="2867748585" sldId="313"/>
        </pc:sldMkLst>
      </pc:sldChg>
    </pc:docChg>
  </pc:docChgLst>
  <pc:docChgLst>
    <pc:chgData name="Kerstin Carr" userId="S::kcarr@morpc.org::0a75b278-7a86-4941-a63f-822a1b662736" providerId="AD" clId="Web-{EB0080BA-3DDC-90F4-FCD7-BD27FC32BCA2}"/>
    <pc:docChg chg="modSld">
      <pc:chgData name="Kerstin Carr" userId="S::kcarr@morpc.org::0a75b278-7a86-4941-a63f-822a1b662736" providerId="AD" clId="Web-{EB0080BA-3DDC-90F4-FCD7-BD27FC32BCA2}" dt="2023-01-27T17:36:56.491" v="0" actId="20577"/>
      <pc:docMkLst>
        <pc:docMk/>
      </pc:docMkLst>
      <pc:sldChg chg="modSp">
        <pc:chgData name="Kerstin Carr" userId="S::kcarr@morpc.org::0a75b278-7a86-4941-a63f-822a1b662736" providerId="AD" clId="Web-{EB0080BA-3DDC-90F4-FCD7-BD27FC32BCA2}" dt="2023-01-27T17:36:56.491" v="0" actId="20577"/>
        <pc:sldMkLst>
          <pc:docMk/>
          <pc:sldMk cId="297705023" sldId="305"/>
        </pc:sldMkLst>
        <pc:spChg chg="mod">
          <ac:chgData name="Kerstin Carr" userId="S::kcarr@morpc.org::0a75b278-7a86-4941-a63f-822a1b662736" providerId="AD" clId="Web-{EB0080BA-3DDC-90F4-FCD7-BD27FC32BCA2}" dt="2023-01-27T17:36:56.491" v="0" actId="20577"/>
          <ac:spMkLst>
            <pc:docMk/>
            <pc:sldMk cId="297705023" sldId="305"/>
            <ac:spMk id="2" creationId="{CE56ABF1-7369-8BAB-1C64-23641D9A42FB}"/>
          </ac:spMkLst>
        </pc:spChg>
      </pc:sldChg>
    </pc:docChg>
  </pc:docChgLst>
  <pc:docChgLst>
    <pc:chgData name="Kerstin Carr" userId="0a75b278-7a86-4941-a63f-822a1b662736" providerId="ADAL" clId="{75518E98-BDFD-40A3-AECE-8453F9DF06B6}"/>
    <pc:docChg chg="custSel addSld delSld modSld sldOrd">
      <pc:chgData name="Kerstin Carr" userId="0a75b278-7a86-4941-a63f-822a1b662736" providerId="ADAL" clId="{75518E98-BDFD-40A3-AECE-8453F9DF06B6}" dt="2023-01-31T15:15:39.398" v="533" actId="20577"/>
      <pc:docMkLst>
        <pc:docMk/>
      </pc:docMkLst>
      <pc:sldChg chg="modNotesTx">
        <pc:chgData name="Kerstin Carr" userId="0a75b278-7a86-4941-a63f-822a1b662736" providerId="ADAL" clId="{75518E98-BDFD-40A3-AECE-8453F9DF06B6}" dt="2023-01-27T19:56:49.812" v="203" actId="20577"/>
        <pc:sldMkLst>
          <pc:docMk/>
          <pc:sldMk cId="2928470294" sldId="258"/>
        </pc:sldMkLst>
      </pc:sldChg>
      <pc:sldChg chg="ord modNotesTx">
        <pc:chgData name="Kerstin Carr" userId="0a75b278-7a86-4941-a63f-822a1b662736" providerId="ADAL" clId="{75518E98-BDFD-40A3-AECE-8453F9DF06B6}" dt="2023-01-27T20:14:20.079" v="419"/>
        <pc:sldMkLst>
          <pc:docMk/>
          <pc:sldMk cId="2178723479" sldId="301"/>
        </pc:sldMkLst>
      </pc:sldChg>
      <pc:sldChg chg="ord modNotesTx">
        <pc:chgData name="Kerstin Carr" userId="0a75b278-7a86-4941-a63f-822a1b662736" providerId="ADAL" clId="{75518E98-BDFD-40A3-AECE-8453F9DF06B6}" dt="2023-01-27T20:06:24.257" v="305"/>
        <pc:sldMkLst>
          <pc:docMk/>
          <pc:sldMk cId="557455654" sldId="302"/>
        </pc:sldMkLst>
      </pc:sldChg>
      <pc:sldChg chg="ord">
        <pc:chgData name="Kerstin Carr" userId="0a75b278-7a86-4941-a63f-822a1b662736" providerId="ADAL" clId="{75518E98-BDFD-40A3-AECE-8453F9DF06B6}" dt="2023-01-27T20:13:00.385" v="410"/>
        <pc:sldMkLst>
          <pc:docMk/>
          <pc:sldMk cId="3048020481" sldId="303"/>
        </pc:sldMkLst>
      </pc:sldChg>
      <pc:sldChg chg="modSp del mod">
        <pc:chgData name="Kerstin Carr" userId="0a75b278-7a86-4941-a63f-822a1b662736" providerId="ADAL" clId="{75518E98-BDFD-40A3-AECE-8453F9DF06B6}" dt="2023-01-27T20:12:55.044" v="408" actId="47"/>
        <pc:sldMkLst>
          <pc:docMk/>
          <pc:sldMk cId="297705023" sldId="305"/>
        </pc:sldMkLst>
        <pc:spChg chg="mod">
          <ac:chgData name="Kerstin Carr" userId="0a75b278-7a86-4941-a63f-822a1b662736" providerId="ADAL" clId="{75518E98-BDFD-40A3-AECE-8453F9DF06B6}" dt="2023-01-27T20:10:45.272" v="356" actId="21"/>
          <ac:spMkLst>
            <pc:docMk/>
            <pc:sldMk cId="297705023" sldId="305"/>
            <ac:spMk id="2" creationId="{CE56ABF1-7369-8BAB-1C64-23641D9A42FB}"/>
          </ac:spMkLst>
        </pc:spChg>
      </pc:sldChg>
      <pc:sldChg chg="ord">
        <pc:chgData name="Kerstin Carr" userId="0a75b278-7a86-4941-a63f-822a1b662736" providerId="ADAL" clId="{75518E98-BDFD-40A3-AECE-8453F9DF06B6}" dt="2023-01-27T20:13:03.935" v="412"/>
        <pc:sldMkLst>
          <pc:docMk/>
          <pc:sldMk cId="1297760698" sldId="306"/>
        </pc:sldMkLst>
      </pc:sldChg>
      <pc:sldChg chg="addSp delSp modSp add mod modNotesTx">
        <pc:chgData name="Kerstin Carr" userId="0a75b278-7a86-4941-a63f-822a1b662736" providerId="ADAL" clId="{75518E98-BDFD-40A3-AECE-8453F9DF06B6}" dt="2023-01-27T20:32:06.154" v="504" actId="1076"/>
        <pc:sldMkLst>
          <pc:docMk/>
          <pc:sldMk cId="3187359948" sldId="307"/>
        </pc:sldMkLst>
        <pc:spChg chg="add mod">
          <ac:chgData name="Kerstin Carr" userId="0a75b278-7a86-4941-a63f-822a1b662736" providerId="ADAL" clId="{75518E98-BDFD-40A3-AECE-8453F9DF06B6}" dt="2023-01-27T20:32:06.154" v="504" actId="1076"/>
          <ac:spMkLst>
            <pc:docMk/>
            <pc:sldMk cId="3187359948" sldId="307"/>
            <ac:spMk id="2" creationId="{1BD9619E-C22D-3F2A-F117-B397F73692F2}"/>
          </ac:spMkLst>
        </pc:spChg>
        <pc:spChg chg="mod">
          <ac:chgData name="Kerstin Carr" userId="0a75b278-7a86-4941-a63f-822a1b662736" providerId="ADAL" clId="{75518E98-BDFD-40A3-AECE-8453F9DF06B6}" dt="2023-01-27T19:58:15.112" v="265" actId="20577"/>
          <ac:spMkLst>
            <pc:docMk/>
            <pc:sldMk cId="3187359948" sldId="307"/>
            <ac:spMk id="3" creationId="{2C47F727-15DF-5E2F-573A-716C57E489F0}"/>
          </ac:spMkLst>
        </pc:spChg>
        <pc:graphicFrameChg chg="del">
          <ac:chgData name="Kerstin Carr" userId="0a75b278-7a86-4941-a63f-822a1b662736" providerId="ADAL" clId="{75518E98-BDFD-40A3-AECE-8453F9DF06B6}" dt="2023-01-27T19:58:01.478" v="247" actId="478"/>
          <ac:graphicFrameMkLst>
            <pc:docMk/>
            <pc:sldMk cId="3187359948" sldId="307"/>
            <ac:graphicFrameMk id="5" creationId="{950E6B9F-6DB3-45E6-8B53-6A1EF5C0C20D}"/>
          </ac:graphicFrameMkLst>
        </pc:graphicFrameChg>
        <pc:picChg chg="add mod">
          <ac:chgData name="Kerstin Carr" userId="0a75b278-7a86-4941-a63f-822a1b662736" providerId="ADAL" clId="{75518E98-BDFD-40A3-AECE-8453F9DF06B6}" dt="2023-01-27T20:04:09.090" v="301" actId="1076"/>
          <ac:picMkLst>
            <pc:docMk/>
            <pc:sldMk cId="3187359948" sldId="307"/>
            <ac:picMk id="1026" creationId="{A4ED2A92-7688-51A2-772D-7F3CA7264002}"/>
          </ac:picMkLst>
        </pc:picChg>
      </pc:sldChg>
      <pc:sldChg chg="addSp delSp modSp new mod modNotesTx">
        <pc:chgData name="Kerstin Carr" userId="0a75b278-7a86-4941-a63f-822a1b662736" providerId="ADAL" clId="{75518E98-BDFD-40A3-AECE-8453F9DF06B6}" dt="2023-01-31T15:15:22.139" v="523" actId="20577"/>
        <pc:sldMkLst>
          <pc:docMk/>
          <pc:sldMk cId="227634936" sldId="308"/>
        </pc:sldMkLst>
        <pc:spChg chg="del">
          <ac:chgData name="Kerstin Carr" userId="0a75b278-7a86-4941-a63f-822a1b662736" providerId="ADAL" clId="{75518E98-BDFD-40A3-AECE-8453F9DF06B6}" dt="2023-01-27T20:07:53.818" v="307" actId="478"/>
          <ac:spMkLst>
            <pc:docMk/>
            <pc:sldMk cId="227634936" sldId="308"/>
            <ac:spMk id="2" creationId="{6EFCC800-B325-3A7F-2CBF-049AAF08ED51}"/>
          </ac:spMkLst>
        </pc:spChg>
        <pc:spChg chg="mod">
          <ac:chgData name="Kerstin Carr" userId="0a75b278-7a86-4941-a63f-822a1b662736" providerId="ADAL" clId="{75518E98-BDFD-40A3-AECE-8453F9DF06B6}" dt="2023-01-31T15:15:22.139" v="523" actId="20577"/>
          <ac:spMkLst>
            <pc:docMk/>
            <pc:sldMk cId="227634936" sldId="308"/>
            <ac:spMk id="3" creationId="{53D6490A-6C71-4675-E9AE-D347BC1B9035}"/>
          </ac:spMkLst>
        </pc:spChg>
        <pc:picChg chg="add mod">
          <ac:chgData name="Kerstin Carr" userId="0a75b278-7a86-4941-a63f-822a1b662736" providerId="ADAL" clId="{75518E98-BDFD-40A3-AECE-8453F9DF06B6}" dt="2023-01-27T20:10:24.343" v="350" actId="1076"/>
          <ac:picMkLst>
            <pc:docMk/>
            <pc:sldMk cId="227634936" sldId="308"/>
            <ac:picMk id="2050" creationId="{0B2B1967-1798-B882-DA13-4FB9E62C6E55}"/>
          </ac:picMkLst>
        </pc:picChg>
        <pc:picChg chg="add del mod">
          <ac:chgData name="Kerstin Carr" userId="0a75b278-7a86-4941-a63f-822a1b662736" providerId="ADAL" clId="{75518E98-BDFD-40A3-AECE-8453F9DF06B6}" dt="2023-01-27T20:10:16.213" v="346" actId="478"/>
          <ac:picMkLst>
            <pc:docMk/>
            <pc:sldMk cId="227634936" sldId="308"/>
            <ac:picMk id="2052" creationId="{EA99AA2A-A1DB-EF3B-CB69-312178A211E5}"/>
          </ac:picMkLst>
        </pc:picChg>
        <pc:picChg chg="add mod">
          <ac:chgData name="Kerstin Carr" userId="0a75b278-7a86-4941-a63f-822a1b662736" providerId="ADAL" clId="{75518E98-BDFD-40A3-AECE-8453F9DF06B6}" dt="2023-01-27T20:10:25.958" v="351" actId="1076"/>
          <ac:picMkLst>
            <pc:docMk/>
            <pc:sldMk cId="227634936" sldId="308"/>
            <ac:picMk id="2054" creationId="{5E994B8B-3137-D34F-5ECA-B928C8838B3B}"/>
          </ac:picMkLst>
        </pc:picChg>
      </pc:sldChg>
      <pc:sldChg chg="addSp delSp modSp new mod modNotesTx">
        <pc:chgData name="Kerstin Carr" userId="0a75b278-7a86-4941-a63f-822a1b662736" providerId="ADAL" clId="{75518E98-BDFD-40A3-AECE-8453F9DF06B6}" dt="2023-01-27T20:12:27.525" v="407" actId="1076"/>
        <pc:sldMkLst>
          <pc:docMk/>
          <pc:sldMk cId="2018776382" sldId="309"/>
        </pc:sldMkLst>
        <pc:spChg chg="del">
          <ac:chgData name="Kerstin Carr" userId="0a75b278-7a86-4941-a63f-822a1b662736" providerId="ADAL" clId="{75518E98-BDFD-40A3-AECE-8453F9DF06B6}" dt="2023-01-27T20:11:02.545" v="382" actId="478"/>
          <ac:spMkLst>
            <pc:docMk/>
            <pc:sldMk cId="2018776382" sldId="309"/>
            <ac:spMk id="2" creationId="{586CDEA9-44DA-F59F-B5D3-AD0D960DFD15}"/>
          </ac:spMkLst>
        </pc:spChg>
        <pc:spChg chg="mod">
          <ac:chgData name="Kerstin Carr" userId="0a75b278-7a86-4941-a63f-822a1b662736" providerId="ADAL" clId="{75518E98-BDFD-40A3-AECE-8453F9DF06B6}" dt="2023-01-27T20:10:59.676" v="381" actId="20577"/>
          <ac:spMkLst>
            <pc:docMk/>
            <pc:sldMk cId="2018776382" sldId="309"/>
            <ac:spMk id="3" creationId="{01DD474E-F6F5-669D-173E-4F27F67F2FE2}"/>
          </ac:spMkLst>
        </pc:spChg>
        <pc:picChg chg="add mod">
          <ac:chgData name="Kerstin Carr" userId="0a75b278-7a86-4941-a63f-822a1b662736" providerId="ADAL" clId="{75518E98-BDFD-40A3-AECE-8453F9DF06B6}" dt="2023-01-27T20:12:27.525" v="407" actId="1076"/>
          <ac:picMkLst>
            <pc:docMk/>
            <pc:sldMk cId="2018776382" sldId="309"/>
            <ac:picMk id="3074" creationId="{324485B9-FFE6-1DCA-F138-28E0BFDC7883}"/>
          </ac:picMkLst>
        </pc:picChg>
      </pc:sldChg>
      <pc:sldChg chg="addSp delSp modSp new mod modNotesTx">
        <pc:chgData name="Kerstin Carr" userId="0a75b278-7a86-4941-a63f-822a1b662736" providerId="ADAL" clId="{75518E98-BDFD-40A3-AECE-8453F9DF06B6}" dt="2023-01-31T15:15:39.398" v="533" actId="20577"/>
        <pc:sldMkLst>
          <pc:docMk/>
          <pc:sldMk cId="2437477683" sldId="310"/>
        </pc:sldMkLst>
        <pc:spChg chg="del">
          <ac:chgData name="Kerstin Carr" userId="0a75b278-7a86-4941-a63f-822a1b662736" providerId="ADAL" clId="{75518E98-BDFD-40A3-AECE-8453F9DF06B6}" dt="2023-01-27T20:14:49.117" v="422" actId="478"/>
          <ac:spMkLst>
            <pc:docMk/>
            <pc:sldMk cId="2437477683" sldId="310"/>
            <ac:spMk id="2" creationId="{ACD3B977-7FA2-BAC1-8604-71A9ED2EB378}"/>
          </ac:spMkLst>
        </pc:spChg>
        <pc:spChg chg="mod">
          <ac:chgData name="Kerstin Carr" userId="0a75b278-7a86-4941-a63f-822a1b662736" providerId="ADAL" clId="{75518E98-BDFD-40A3-AECE-8453F9DF06B6}" dt="2023-01-31T15:15:39.398" v="533" actId="20577"/>
          <ac:spMkLst>
            <pc:docMk/>
            <pc:sldMk cId="2437477683" sldId="310"/>
            <ac:spMk id="3" creationId="{D8E0B445-487C-B070-F0EC-FDF062917855}"/>
          </ac:spMkLst>
        </pc:spChg>
        <pc:spChg chg="del">
          <ac:chgData name="Kerstin Carr" userId="0a75b278-7a86-4941-a63f-822a1b662736" providerId="ADAL" clId="{75518E98-BDFD-40A3-AECE-8453F9DF06B6}" dt="2023-01-31T15:14:54.672" v="511" actId="478"/>
          <ac:spMkLst>
            <pc:docMk/>
            <pc:sldMk cId="2437477683" sldId="310"/>
            <ac:spMk id="4" creationId="{7214C879-BC96-342D-7DCC-6CB6D00D2D63}"/>
          </ac:spMkLst>
        </pc:spChg>
        <pc:picChg chg="add del mod">
          <ac:chgData name="Kerstin Carr" userId="0a75b278-7a86-4941-a63f-822a1b662736" providerId="ADAL" clId="{75518E98-BDFD-40A3-AECE-8453F9DF06B6}" dt="2023-01-31T15:14:55.271" v="512" actId="478"/>
          <ac:picMkLst>
            <pc:docMk/>
            <pc:sldMk cId="2437477683" sldId="310"/>
            <ac:picMk id="5" creationId="{DAC1305C-4CA1-378B-6E2D-9E1A8EF2910B}"/>
          </ac:picMkLst>
        </pc:picChg>
        <pc:picChg chg="add mod">
          <ac:chgData name="Kerstin Carr" userId="0a75b278-7a86-4941-a63f-822a1b662736" providerId="ADAL" clId="{75518E98-BDFD-40A3-AECE-8453F9DF06B6}" dt="2023-01-31T15:15:00.382" v="515" actId="1076"/>
          <ac:picMkLst>
            <pc:docMk/>
            <pc:sldMk cId="2437477683" sldId="310"/>
            <ac:picMk id="6" creationId="{1B7B6537-0257-FB1A-0F03-CC50D57E6E97}"/>
          </ac:picMkLst>
        </pc:picChg>
      </pc:sldChg>
    </pc:docChg>
  </pc:docChgLst>
  <pc:docChgLst>
    <pc:chgData name="Kerstin Carr" userId="S::kcarr@morpc.org::0a75b278-7a86-4941-a63f-822a1b662736" providerId="AD" clId="Web-{2D6419F8-5C85-7111-F095-D9A9FA5D661B}"/>
    <pc:docChg chg="sldOrd">
      <pc:chgData name="Kerstin Carr" userId="S::kcarr@morpc.org::0a75b278-7a86-4941-a63f-822a1b662736" providerId="AD" clId="Web-{2D6419F8-5C85-7111-F095-D9A9FA5D661B}" dt="2023-01-30T17:51:47.295" v="0"/>
      <pc:docMkLst>
        <pc:docMk/>
      </pc:docMkLst>
      <pc:sldChg chg="ord">
        <pc:chgData name="Kerstin Carr" userId="S::kcarr@morpc.org::0a75b278-7a86-4941-a63f-822a1b662736" providerId="AD" clId="Web-{2D6419F8-5C85-7111-F095-D9A9FA5D661B}" dt="2023-01-30T17:51:47.295" v="0"/>
        <pc:sldMkLst>
          <pc:docMk/>
          <pc:sldMk cId="3573700640" sldId="312"/>
        </pc:sldMkLst>
      </pc:sldChg>
    </pc:docChg>
  </pc:docChgLst>
  <pc:docChgLst>
    <pc:chgData name="Dave Dixon" userId="S::ddixon@morpc.org::debcce98-c63e-4dda-ace2-8dab4eb4ce32" providerId="AD" clId="Web-{40322299-DC51-098B-4DC6-7B08427DC2C1}"/>
    <pc:docChg chg="modSld">
      <pc:chgData name="Dave Dixon" userId="S::ddixon@morpc.org::debcce98-c63e-4dda-ace2-8dab4eb4ce32" providerId="AD" clId="Web-{40322299-DC51-098B-4DC6-7B08427DC2C1}" dt="2023-01-30T17:17:41.420" v="2"/>
      <pc:docMkLst>
        <pc:docMk/>
      </pc:docMkLst>
      <pc:sldChg chg="modNotes">
        <pc:chgData name="Dave Dixon" userId="S::ddixon@morpc.org::debcce98-c63e-4dda-ace2-8dab4eb4ce32" providerId="AD" clId="Web-{40322299-DC51-098B-4DC6-7B08427DC2C1}" dt="2023-01-30T17:17:41.420" v="2"/>
        <pc:sldMkLst>
          <pc:docMk/>
          <pc:sldMk cId="2178723479" sldId="301"/>
        </pc:sldMkLst>
      </pc:sldChg>
    </pc:docChg>
  </pc:docChgLst>
  <pc:docChgLst>
    <pc:chgData name="Adam Porr" userId="176b239e-e1e8-4fc8-9bbc-5d53f6ce273d" providerId="ADAL" clId="{297C8F79-4D55-456A-AB2B-EB91AB433E51}"/>
    <pc:docChg chg="modSld">
      <pc:chgData name="Adam Porr" userId="176b239e-e1e8-4fc8-9bbc-5d53f6ce273d" providerId="ADAL" clId="{297C8F79-4D55-456A-AB2B-EB91AB433E51}" dt="2023-01-06T19:34:48.863" v="1" actId="27918"/>
      <pc:docMkLst>
        <pc:docMk/>
      </pc:docMkLst>
      <pc:sldChg chg="mod">
        <pc:chgData name="Adam Porr" userId="176b239e-e1e8-4fc8-9bbc-5d53f6ce273d" providerId="ADAL" clId="{297C8F79-4D55-456A-AB2B-EB91AB433E51}" dt="2023-01-06T19:34:48.863" v="1" actId="27918"/>
        <pc:sldMkLst>
          <pc:docMk/>
          <pc:sldMk cId="1554656948" sldId="287"/>
        </pc:sldMkLst>
      </pc:sldChg>
    </pc:docChg>
  </pc:docChgLst>
  <pc:docChgLst>
    <pc:chgData name="Kerstin Carr" userId="S::kcarr@morpc.org::0a75b278-7a86-4941-a63f-822a1b662736" providerId="AD" clId="Web-{98489371-D5FD-4159-7EED-BCA8C93F6F37}"/>
    <pc:docChg chg="sldOrd">
      <pc:chgData name="Kerstin Carr" userId="S::kcarr@morpc.org::0a75b278-7a86-4941-a63f-822a1b662736" providerId="AD" clId="Web-{98489371-D5FD-4159-7EED-BCA8C93F6F37}" dt="2023-01-27T21:41:00.555" v="0"/>
      <pc:docMkLst>
        <pc:docMk/>
      </pc:docMkLst>
      <pc:sldChg chg="ord">
        <pc:chgData name="Kerstin Carr" userId="S::kcarr@morpc.org::0a75b278-7a86-4941-a63f-822a1b662736" providerId="AD" clId="Web-{98489371-D5FD-4159-7EED-BCA8C93F6F37}" dt="2023-01-27T21:41:00.555" v="0"/>
        <pc:sldMkLst>
          <pc:docMk/>
          <pc:sldMk cId="3573700640" sldId="312"/>
        </pc:sldMkLst>
      </pc:sldChg>
    </pc:docChg>
  </pc:docChgLst>
  <pc:docChgLst>
    <pc:chgData name="Kerstin Carr" userId="S::kcarr@morpc.org::0a75b278-7a86-4941-a63f-822a1b662736" providerId="AD" clId="Web-{6ACE6BAF-4F47-2B7F-29F5-F0E2E2F54C07}"/>
    <pc:docChg chg="modSld">
      <pc:chgData name="Kerstin Carr" userId="S::kcarr@morpc.org::0a75b278-7a86-4941-a63f-822a1b662736" providerId="AD" clId="Web-{6ACE6BAF-4F47-2B7F-29F5-F0E2E2F54C07}" dt="2023-01-30T15:43:33.326" v="118" actId="14100"/>
      <pc:docMkLst>
        <pc:docMk/>
      </pc:docMkLst>
      <pc:sldChg chg="modNotes">
        <pc:chgData name="Kerstin Carr" userId="S::kcarr@morpc.org::0a75b278-7a86-4941-a63f-822a1b662736" providerId="AD" clId="Web-{6ACE6BAF-4F47-2B7F-29F5-F0E2E2F54C07}" dt="2023-01-30T15:39:58.662" v="15"/>
        <pc:sldMkLst>
          <pc:docMk/>
          <pc:sldMk cId="557455654" sldId="302"/>
        </pc:sldMkLst>
      </pc:sldChg>
      <pc:sldChg chg="addSp modSp">
        <pc:chgData name="Kerstin Carr" userId="S::kcarr@morpc.org::0a75b278-7a86-4941-a63f-822a1b662736" providerId="AD" clId="Web-{6ACE6BAF-4F47-2B7F-29F5-F0E2E2F54C07}" dt="2023-01-30T15:42:02.807" v="44" actId="1076"/>
        <pc:sldMkLst>
          <pc:docMk/>
          <pc:sldMk cId="1297760698" sldId="306"/>
        </pc:sldMkLst>
        <pc:spChg chg="add mod">
          <ac:chgData name="Kerstin Carr" userId="S::kcarr@morpc.org::0a75b278-7a86-4941-a63f-822a1b662736" providerId="AD" clId="Web-{6ACE6BAF-4F47-2B7F-29F5-F0E2E2F54C07}" dt="2023-01-30T15:42:02.807" v="44" actId="1076"/>
          <ac:spMkLst>
            <pc:docMk/>
            <pc:sldMk cId="1297760698" sldId="306"/>
            <ac:spMk id="4" creationId="{8AC08AF1-EED2-4204-D88C-C788048873E5}"/>
          </ac:spMkLst>
        </pc:spChg>
      </pc:sldChg>
      <pc:sldChg chg="modNotes">
        <pc:chgData name="Kerstin Carr" userId="S::kcarr@morpc.org::0a75b278-7a86-4941-a63f-822a1b662736" providerId="AD" clId="Web-{6ACE6BAF-4F47-2B7F-29F5-F0E2E2F54C07}" dt="2023-01-30T15:42:49.356" v="76"/>
        <pc:sldMkLst>
          <pc:docMk/>
          <pc:sldMk cId="227634936" sldId="308"/>
        </pc:sldMkLst>
      </pc:sldChg>
      <pc:sldChg chg="addSp modSp modNotes">
        <pc:chgData name="Kerstin Carr" userId="S::kcarr@morpc.org::0a75b278-7a86-4941-a63f-822a1b662736" providerId="AD" clId="Web-{6ACE6BAF-4F47-2B7F-29F5-F0E2E2F54C07}" dt="2023-01-30T15:43:33.326" v="118" actId="14100"/>
        <pc:sldMkLst>
          <pc:docMk/>
          <pc:sldMk cId="2437477683" sldId="310"/>
        </pc:sldMkLst>
        <pc:spChg chg="add mod">
          <ac:chgData name="Kerstin Carr" userId="S::kcarr@morpc.org::0a75b278-7a86-4941-a63f-822a1b662736" providerId="AD" clId="Web-{6ACE6BAF-4F47-2B7F-29F5-F0E2E2F54C07}" dt="2023-01-30T15:43:33.326" v="118" actId="14100"/>
          <ac:spMkLst>
            <pc:docMk/>
            <pc:sldMk cId="2437477683" sldId="310"/>
            <ac:spMk id="4" creationId="{7214C879-BC96-342D-7DCC-6CB6D00D2D63}"/>
          </ac:spMkLst>
        </pc:spChg>
      </pc:sldChg>
      <pc:sldChg chg="modNotes">
        <pc:chgData name="Kerstin Carr" userId="S::kcarr@morpc.org::0a75b278-7a86-4941-a63f-822a1b662736" providerId="AD" clId="Web-{6ACE6BAF-4F47-2B7F-29F5-F0E2E2F54C07}" dt="2023-01-30T15:39:52.599" v="14"/>
        <pc:sldMkLst>
          <pc:docMk/>
          <pc:sldMk cId="2694863690" sldId="311"/>
        </pc:sldMkLst>
      </pc:sldChg>
      <pc:sldChg chg="modNotes">
        <pc:chgData name="Kerstin Carr" userId="S::kcarr@morpc.org::0a75b278-7a86-4941-a63f-822a1b662736" providerId="AD" clId="Web-{6ACE6BAF-4F47-2B7F-29F5-F0E2E2F54C07}" dt="2023-01-30T15:40:01.506" v="17"/>
        <pc:sldMkLst>
          <pc:docMk/>
          <pc:sldMk cId="3573700640" sldId="312"/>
        </pc:sldMkLst>
      </pc:sldChg>
    </pc:docChg>
  </pc:docChgLst>
  <pc:docChgLst>
    <pc:chgData name="Kerstin Carr" userId="S::kcarr@morpc.org::0a75b278-7a86-4941-a63f-822a1b662736" providerId="AD" clId="Web-{5FAF4816-4644-57B5-1DFF-7CC5A238E266}"/>
    <pc:docChg chg="modSld">
      <pc:chgData name="Kerstin Carr" userId="S::kcarr@morpc.org::0a75b278-7a86-4941-a63f-822a1b662736" providerId="AD" clId="Web-{5FAF4816-4644-57B5-1DFF-7CC5A238E266}" dt="2023-02-02T17:58:55.016" v="20"/>
      <pc:docMkLst>
        <pc:docMk/>
      </pc:docMkLst>
      <pc:sldChg chg="modNotes">
        <pc:chgData name="Kerstin Carr" userId="S::kcarr@morpc.org::0a75b278-7a86-4941-a63f-822a1b662736" providerId="AD" clId="Web-{5FAF4816-4644-57B5-1DFF-7CC5A238E266}" dt="2023-02-02T17:58:55.016" v="20"/>
        <pc:sldMkLst>
          <pc:docMk/>
          <pc:sldMk cId="2178723479" sldId="30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https://morpc1-my.sharepoint.com/personal/aporr_morpc_org/Documents/2024-2050%20population%20forecast%20summary%20two-pager/County%20controls%20two-pager%20figures.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porr\Desktop\CountyControls_WEB%202023-01-24%20draft.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15-County Region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Data'!$H$64:$N$64</c:f>
              <c:numCache>
                <c:formatCode>#,##0</c:formatCode>
                <c:ptCount val="7"/>
                <c:pt idx="0" formatCode="General">
                  <c:v>2431037</c:v>
                </c:pt>
                <c:pt idx="1">
                  <c:v>2597188</c:v>
                </c:pt>
                <c:pt idx="2">
                  <c:v>2816613</c:v>
                </c:pt>
                <c:pt idx="3">
                  <c:v>3068141</c:v>
                </c:pt>
                <c:pt idx="4">
                  <c:v>3345949</c:v>
                </c:pt>
                <c:pt idx="5">
                  <c:v>3646586</c:v>
                </c:pt>
                <c:pt idx="6">
                  <c:v>3967683</c:v>
                </c:pt>
              </c:numCache>
            </c:numRef>
          </c:yVal>
          <c:smooth val="0"/>
          <c:extLst>
            <c:ext xmlns:c16="http://schemas.microsoft.com/office/drawing/2014/chart" uri="{C3380CC4-5D6E-409C-BE32-E72D297353CC}">
              <c16:uniqueId val="{00000000-B0E0-4E7B-9B6A-DDC64D27BD57}"/>
            </c:ext>
          </c:extLst>
        </c:ser>
        <c:ser>
          <c:idx val="3"/>
          <c:order val="1"/>
          <c:tx>
            <c:strRef>
              <c:f>'Population Chart Data'!$B$5</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Data'!$H$65:$N$65</c:f>
              <c:numCache>
                <c:formatCode>#,##0</c:formatCode>
                <c:ptCount val="7"/>
                <c:pt idx="0" formatCode="General">
                  <c:v>2431037</c:v>
                </c:pt>
                <c:pt idx="1">
                  <c:v>2445231</c:v>
                </c:pt>
                <c:pt idx="2">
                  <c:v>2428110</c:v>
                </c:pt>
                <c:pt idx="3">
                  <c:v>2378893</c:v>
                </c:pt>
                <c:pt idx="4">
                  <c:v>2303397</c:v>
                </c:pt>
                <c:pt idx="5">
                  <c:v>2205068</c:v>
                </c:pt>
                <c:pt idx="6">
                  <c:v>2086279</c:v>
                </c:pt>
              </c:numCache>
            </c:numRef>
          </c:yVal>
          <c:smooth val="0"/>
          <c:extLst>
            <c:ext xmlns:c16="http://schemas.microsoft.com/office/drawing/2014/chart" uri="{C3380CC4-5D6E-409C-BE32-E72D297353CC}">
              <c16:uniqueId val="{00000001-B0E0-4E7B-9B6A-DDC64D27BD57}"/>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7.096069868995647E-2"/>
                  <c:y val="7.5278530563083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0E0-4E7B-9B6A-DDC64D27BD57}"/>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Data'!$H$63:$N$63</c:f>
              <c:numCache>
                <c:formatCode>General</c:formatCode>
                <c:ptCount val="7"/>
                <c:pt idx="0">
                  <c:v>2431037</c:v>
                </c:pt>
                <c:pt idx="1">
                  <c:v>2555315</c:v>
                </c:pt>
                <c:pt idx="2">
                  <c:v>2676926</c:v>
                </c:pt>
                <c:pt idx="3">
                  <c:v>2827180</c:v>
                </c:pt>
                <c:pt idx="4">
                  <c:v>2944699</c:v>
                </c:pt>
                <c:pt idx="5">
                  <c:v>3045854</c:v>
                </c:pt>
                <c:pt idx="6">
                  <c:v>3147011</c:v>
                </c:pt>
              </c:numCache>
            </c:numRef>
          </c:yVal>
          <c:smooth val="0"/>
          <c:extLst>
            <c:ext xmlns:c16="http://schemas.microsoft.com/office/drawing/2014/chart" uri="{C3380CC4-5D6E-409C-BE32-E72D297353CC}">
              <c16:uniqueId val="{00000003-B0E0-4E7B-9B6A-DDC64D27BD57}"/>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2.0014556040756915E-2"/>
                  <c:y val="-7.5278530563083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E0-4E7B-9B6A-DDC64D27BD57}"/>
                </c:ext>
              </c:extLst>
            </c:dLbl>
            <c:dLbl>
              <c:idx val="5"/>
              <c:layout>
                <c:manualLayout>
                  <c:x val="-0.14374090247452687"/>
                  <c:y val="-6.62451068955134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E0-4E7B-9B6A-DDC64D27BD57}"/>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Data'!$C$62:$H$62</c:f>
              <c:numCache>
                <c:formatCode>General</c:formatCode>
                <c:ptCount val="6"/>
                <c:pt idx="0">
                  <c:v>1571547</c:v>
                </c:pt>
                <c:pt idx="1">
                  <c:v>1719508</c:v>
                </c:pt>
                <c:pt idx="2">
                  <c:v>1950805</c:v>
                </c:pt>
                <c:pt idx="3">
                  <c:v>2186769</c:v>
                </c:pt>
                <c:pt idx="4">
                  <c:v>2421159</c:v>
                </c:pt>
                <c:pt idx="5">
                  <c:v>2431037</c:v>
                </c:pt>
              </c:numCache>
            </c:numRef>
          </c:yVal>
          <c:smooth val="0"/>
          <c:extLst>
            <c:ext xmlns:c16="http://schemas.microsoft.com/office/drawing/2014/chart" uri="{C3380CC4-5D6E-409C-BE32-E72D297353CC}">
              <c16:uniqueId val="{00000006-B0E0-4E7B-9B6A-DDC64D27BD57}"/>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'Other chart data'!$A$2</c:f>
              <c:strCache>
                <c:ptCount val="1"/>
                <c:pt idx="0">
                  <c:v>2020 Total</c:v>
                </c:pt>
              </c:strCache>
            </c:strRef>
          </c:tx>
          <c:spPr>
            <a:solidFill>
              <a:srgbClr val="2E5072"/>
            </a:solidFill>
            <a:ln>
              <a:noFill/>
            </a:ln>
            <a:effectLst/>
          </c:spPr>
          <c:invertIfNegative val="0"/>
          <c:dLbls>
            <c:dLbl>
              <c:idx val="0"/>
              <c:tx>
                <c:rich>
                  <a:bodyPr/>
                  <a:lstStyle/>
                  <a:p>
                    <a:fld id="{A8A84393-F40B-4D93-A1C5-B3C001BC5B96}"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0AC5-4CDA-A5B3-258853C43365}"/>
                </c:ext>
              </c:extLst>
            </c:dLbl>
            <c:dLbl>
              <c:idx val="1"/>
              <c:tx>
                <c:rich>
                  <a:bodyPr/>
                  <a:lstStyle/>
                  <a:p>
                    <a:fld id="{57288F46-47D9-45E8-B65D-4651DB35CB7A}" type="CELLRANGE">
                      <a:rPr lang="en-US"/>
                      <a:pPr/>
                      <a:t>[CELLRANGE]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0AC5-4CDA-A5B3-258853C43365}"/>
                </c:ext>
              </c:extLst>
            </c:dLbl>
            <c:dLbl>
              <c:idx val="2"/>
              <c:tx>
                <c:rich>
                  <a:bodyPr/>
                  <a:lstStyle/>
                  <a:p>
                    <a:fld id="{B8E55572-2087-49B7-B8A7-FF876EF1C3B5}"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0AC5-4CDA-A5B3-258853C43365}"/>
                </c:ext>
              </c:extLst>
            </c:dLbl>
            <c:spPr>
              <a:noFill/>
              <a:ln>
                <a:noFill/>
              </a:ln>
              <a:effectLst/>
            </c:spPr>
            <c:txPr>
              <a:bodyPr rot="0" spcFirstLastPara="1" vertOverflow="ellipsis" vert="horz" wrap="non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DataLabelsRange val="1"/>
                <c15:showLeaderLines val="0"/>
              </c:ext>
            </c:extLst>
          </c:dLbls>
          <c:cat>
            <c:strRef>
              <c:f>'Other chart data'!$B$1:$D$1</c:f>
              <c:strCache>
                <c:ptCount val="3"/>
                <c:pt idx="0">
                  <c:v>Population</c:v>
                </c:pt>
                <c:pt idx="1">
                  <c:v>Households</c:v>
                </c:pt>
                <c:pt idx="2">
                  <c:v>Labor force</c:v>
                </c:pt>
              </c:strCache>
            </c:strRef>
          </c:cat>
          <c:val>
            <c:numRef>
              <c:f>'Other chart data'!$E$2:$G$2</c:f>
              <c:numCache>
                <c:formatCode>_(* #,##0_);_(* \(#,##0\);_(* "-"??_);_(@_)</c:formatCode>
                <c:ptCount val="3"/>
                <c:pt idx="0">
                  <c:v>2421000</c:v>
                </c:pt>
                <c:pt idx="1">
                  <c:v>928000</c:v>
                </c:pt>
                <c:pt idx="2">
                  <c:v>1263000</c:v>
                </c:pt>
              </c:numCache>
            </c:numRef>
          </c:val>
          <c:extLst>
            <c:ext xmlns:c15="http://schemas.microsoft.com/office/drawing/2012/chart" uri="{02D57815-91ED-43cb-92C2-25804820EDAC}">
              <c15:datalabelsRange>
                <c15:f>'Other chart data'!$H$2:$J$2</c15:f>
                <c15:dlblRangeCache>
                  <c:ptCount val="3"/>
                  <c:pt idx="0">
                    <c:v>  2,421,000 in 2020 </c:v>
                  </c:pt>
                  <c:pt idx="1">
                    <c:v> 928,000 in 2020</c:v>
                  </c:pt>
                  <c:pt idx="2">
                    <c:v> 1,263,000 in 2020</c:v>
                  </c:pt>
                </c15:dlblRangeCache>
              </c15:datalabelsRange>
            </c:ext>
            <c:ext xmlns:c16="http://schemas.microsoft.com/office/drawing/2014/chart" uri="{C3380CC4-5D6E-409C-BE32-E72D297353CC}">
              <c16:uniqueId val="{00000003-0AC5-4CDA-A5B3-258853C43365}"/>
            </c:ext>
          </c:extLst>
        </c:ser>
        <c:ser>
          <c:idx val="1"/>
          <c:order val="1"/>
          <c:tx>
            <c:strRef>
              <c:f>'Other chart data'!$A$4</c:f>
              <c:strCache>
                <c:ptCount val="1"/>
                <c:pt idx="0">
                  <c:v>Change 2020-2050</c:v>
                </c:pt>
              </c:strCache>
            </c:strRef>
          </c:tx>
          <c:spPr>
            <a:solidFill>
              <a:srgbClr val="00B2BF"/>
            </a:solidFill>
            <a:ln>
              <a:noFill/>
            </a:ln>
            <a:effectLst/>
          </c:spPr>
          <c:invertIfNegative val="0"/>
          <c:dLbls>
            <c:dLbl>
              <c:idx val="0"/>
              <c:tx>
                <c:rich>
                  <a:bodyPr/>
                  <a:lstStyle/>
                  <a:p>
                    <a:fld id="{BB21C9C6-0C13-4D0B-BC74-C3CB0781744B}"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0AC5-4CDA-A5B3-258853C43365}"/>
                </c:ext>
              </c:extLst>
            </c:dLbl>
            <c:dLbl>
              <c:idx val="1"/>
              <c:tx>
                <c:rich>
                  <a:bodyPr/>
                  <a:lstStyle/>
                  <a:p>
                    <a:fld id="{9EDED292-91BA-44F6-BA25-C6BCDD9FAC8C}"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0AC5-4CDA-A5B3-258853C43365}"/>
                </c:ext>
              </c:extLst>
            </c:dLbl>
            <c:dLbl>
              <c:idx val="2"/>
              <c:tx>
                <c:rich>
                  <a:bodyPr/>
                  <a:lstStyle/>
                  <a:p>
                    <a:fld id="{5DC09A54-80C1-4D09-8ABB-47E202AED62C}" type="CELLRANGE">
                      <a:rPr lang="en-US"/>
                      <a:pPr/>
                      <a:t>[CELLRANGE]</a:t>
                    </a:fld>
                    <a:endParaRPr lang="en-US"/>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0AC5-4CDA-A5B3-258853C43365}"/>
                </c:ext>
              </c:extLst>
            </c:dLbl>
            <c:spPr>
              <a:noFill/>
              <a:ln>
                <a:noFill/>
              </a:ln>
              <a:effectLst/>
            </c:spPr>
            <c:txPr>
              <a:bodyPr rot="0" spcFirstLastPara="1" vertOverflow="ellipsis" vert="horz" wrap="non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DataLabelsRange val="1"/>
                <c15:showLeaderLines val="0"/>
              </c:ext>
            </c:extLst>
          </c:dLbls>
          <c:cat>
            <c:strRef>
              <c:f>'Other chart data'!$B$1:$D$1</c:f>
              <c:strCache>
                <c:ptCount val="3"/>
                <c:pt idx="0">
                  <c:v>Population</c:v>
                </c:pt>
                <c:pt idx="1">
                  <c:v>Households</c:v>
                </c:pt>
                <c:pt idx="2">
                  <c:v>Labor force</c:v>
                </c:pt>
              </c:strCache>
            </c:strRef>
          </c:cat>
          <c:val>
            <c:numRef>
              <c:f>'Other chart data'!$E$4:$G$4</c:f>
              <c:numCache>
                <c:formatCode>_(* #,##0_);_(* \(#,##0\);_(* "-"??_);_(@_)</c:formatCode>
                <c:ptCount val="3"/>
                <c:pt idx="0">
                  <c:v>726000</c:v>
                </c:pt>
                <c:pt idx="1">
                  <c:v>272000</c:v>
                </c:pt>
                <c:pt idx="2">
                  <c:v>357000</c:v>
                </c:pt>
              </c:numCache>
            </c:numRef>
          </c:val>
          <c:extLst>
            <c:ext xmlns:c15="http://schemas.microsoft.com/office/drawing/2012/chart" uri="{02D57815-91ED-43cb-92C2-25804820EDAC}">
              <c15:datalabelsRange>
                <c15:f>'Other chart data'!$H$4:$J$4</c15:f>
                <c15:dlblRangeCache>
                  <c:ptCount val="3"/>
                  <c:pt idx="0">
                    <c:v> + 726,000 (30%) by 2050 </c:v>
                  </c:pt>
                  <c:pt idx="1">
                    <c:v> + 272,000 (29%) by 2050 </c:v>
                  </c:pt>
                  <c:pt idx="2">
                    <c:v> + 357,000 (28%) by 2050 </c:v>
                  </c:pt>
                </c15:dlblRangeCache>
              </c15:datalabelsRange>
            </c:ext>
            <c:ext xmlns:c16="http://schemas.microsoft.com/office/drawing/2014/chart" uri="{C3380CC4-5D6E-409C-BE32-E72D297353CC}">
              <c16:uniqueId val="{00000007-0AC5-4CDA-A5B3-258853C43365}"/>
            </c:ext>
          </c:extLst>
        </c:ser>
        <c:dLbls>
          <c:showLegendKey val="0"/>
          <c:showVal val="0"/>
          <c:showCatName val="0"/>
          <c:showSerName val="0"/>
          <c:showPercent val="0"/>
          <c:showBubbleSize val="0"/>
        </c:dLbls>
        <c:gapWidth val="13"/>
        <c:overlap val="100"/>
        <c:axId val="361345935"/>
        <c:axId val="361344687"/>
      </c:barChart>
      <c:catAx>
        <c:axId val="361345935"/>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361344687"/>
        <c:crosses val="autoZero"/>
        <c:auto val="1"/>
        <c:lblAlgn val="ctr"/>
        <c:lblOffset val="100"/>
        <c:noMultiLvlLbl val="0"/>
      </c:catAx>
      <c:valAx>
        <c:axId val="361344687"/>
        <c:scaling>
          <c:orientation val="minMax"/>
          <c:max val="3200000"/>
        </c:scaling>
        <c:delete val="1"/>
        <c:axPos val="l"/>
        <c:numFmt formatCode="_(* #,##0_);_(* \(#,##0\);_(* &quot;-&quot;??_);_(@_)" sourceLinked="1"/>
        <c:majorTickMark val="out"/>
        <c:minorTickMark val="none"/>
        <c:tickLblPos val="nextTo"/>
        <c:crossAx val="3613459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Franklin County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chemeClr val="bg1">
                  <a:lumMod val="65000"/>
                </a:schemeClr>
              </a:solidFill>
              <a:round/>
            </a:ln>
            <a:effectLst/>
          </c:spPr>
          <c:marker>
            <c:symbol val="circle"/>
            <c:size val="5"/>
            <c:spPr>
              <a:solidFill>
                <a:schemeClr val="bg1">
                  <a:lumMod val="65000"/>
                </a:schemeClr>
              </a:solidFill>
              <a:ln w="9525">
                <a:solidFill>
                  <a:schemeClr val="bg1">
                    <a:lumMod val="65000"/>
                  </a:schemeClr>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Data'!$H$16:$N$16</c:f>
              <c:numCache>
                <c:formatCode>#,##0</c:formatCode>
                <c:ptCount val="7"/>
                <c:pt idx="0" formatCode="General">
                  <c:v>1321414</c:v>
                </c:pt>
                <c:pt idx="1">
                  <c:v>1409654</c:v>
                </c:pt>
                <c:pt idx="2">
                  <c:v>1506988</c:v>
                </c:pt>
                <c:pt idx="3">
                  <c:v>1617180</c:v>
                </c:pt>
                <c:pt idx="4">
                  <c:v>1738045</c:v>
                </c:pt>
                <c:pt idx="5">
                  <c:v>1868239</c:v>
                </c:pt>
                <c:pt idx="6">
                  <c:v>2006828</c:v>
                </c:pt>
              </c:numCache>
            </c:numRef>
          </c:yVal>
          <c:smooth val="0"/>
          <c:extLst>
            <c:ext xmlns:c16="http://schemas.microsoft.com/office/drawing/2014/chart" uri="{C3380CC4-5D6E-409C-BE32-E72D297353CC}">
              <c16:uniqueId val="{00000000-C412-42E1-B4D6-5612920A4ED9}"/>
            </c:ext>
          </c:extLst>
        </c:ser>
        <c:ser>
          <c:idx val="3"/>
          <c:order val="1"/>
          <c:tx>
            <c:strRef>
              <c:f>'Population Chart Data'!$B$5</c:f>
              <c:strCache>
                <c:ptCount val="1"/>
                <c:pt idx="0">
                  <c:v>Confidence limit</c:v>
                </c:pt>
              </c:strCache>
            </c:strRef>
          </c:tx>
          <c:spPr>
            <a:ln w="19050" cap="rnd">
              <a:solidFill>
                <a:schemeClr val="bg1">
                  <a:lumMod val="65000"/>
                </a:schemeClr>
              </a:solidFill>
              <a:round/>
            </a:ln>
            <a:effectLst/>
          </c:spPr>
          <c:marker>
            <c:symbol val="circle"/>
            <c:size val="5"/>
            <c:spPr>
              <a:solidFill>
                <a:schemeClr val="bg1">
                  <a:lumMod val="65000"/>
                </a:schemeClr>
              </a:solidFill>
              <a:ln w="9525">
                <a:solidFill>
                  <a:schemeClr val="bg1">
                    <a:lumMod val="65000"/>
                  </a:schemeClr>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Data'!$H$17:$N$17</c:f>
              <c:numCache>
                <c:formatCode>#,##0</c:formatCode>
                <c:ptCount val="7"/>
                <c:pt idx="0" formatCode="General">
                  <c:v>1321414</c:v>
                </c:pt>
                <c:pt idx="1">
                  <c:v>1333445</c:v>
                </c:pt>
                <c:pt idx="2">
                  <c:v>1327469</c:v>
                </c:pt>
                <c:pt idx="3">
                  <c:v>1308636</c:v>
                </c:pt>
                <c:pt idx="4">
                  <c:v>1279131</c:v>
                </c:pt>
                <c:pt idx="5">
                  <c:v>1240296</c:v>
                </c:pt>
                <c:pt idx="6">
                  <c:v>1193066</c:v>
                </c:pt>
              </c:numCache>
            </c:numRef>
          </c:yVal>
          <c:smooth val="0"/>
          <c:extLst>
            <c:ext xmlns:c16="http://schemas.microsoft.com/office/drawing/2014/chart" uri="{C3380CC4-5D6E-409C-BE32-E72D297353CC}">
              <c16:uniqueId val="{00000001-C412-42E1-B4D6-5612920A4ED9}"/>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6.9141193595342071E-2"/>
                  <c:y val="7.22673893405600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12-42E1-B4D6-5612920A4ED9}"/>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Data'!$H$15:$N$15</c:f>
              <c:numCache>
                <c:formatCode>General</c:formatCode>
                <c:ptCount val="7"/>
                <c:pt idx="0">
                  <c:v>1321414</c:v>
                </c:pt>
                <c:pt idx="1">
                  <c:v>1390127</c:v>
                </c:pt>
                <c:pt idx="2">
                  <c:v>1447090</c:v>
                </c:pt>
                <c:pt idx="3">
                  <c:v>1519844</c:v>
                </c:pt>
                <c:pt idx="4">
                  <c:v>1574551</c:v>
                </c:pt>
                <c:pt idx="5">
                  <c:v>1620232</c:v>
                </c:pt>
                <c:pt idx="6">
                  <c:v>1665914</c:v>
                </c:pt>
              </c:numCache>
            </c:numRef>
          </c:yVal>
          <c:smooth val="0"/>
          <c:extLst>
            <c:ext xmlns:c16="http://schemas.microsoft.com/office/drawing/2014/chart" uri="{C3380CC4-5D6E-409C-BE32-E72D297353CC}">
              <c16:uniqueId val="{00000003-C412-42E1-B4D6-5612920A4ED9}"/>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1.6375545851528384E-2"/>
                  <c:y val="-7.52785305630835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12-42E1-B4D6-5612920A4ED9}"/>
                </c:ext>
              </c:extLst>
            </c:dLbl>
            <c:dLbl>
              <c:idx val="5"/>
              <c:layout>
                <c:manualLayout>
                  <c:x val="-0.13646288209606988"/>
                  <c:y val="-4.81782595603733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412-42E1-B4D6-5612920A4ED9}"/>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Data'!$C$14:$H$14</c:f>
              <c:numCache>
                <c:formatCode>General</c:formatCode>
                <c:ptCount val="6"/>
                <c:pt idx="0">
                  <c:v>869126</c:v>
                </c:pt>
                <c:pt idx="1">
                  <c:v>965600</c:v>
                </c:pt>
                <c:pt idx="2">
                  <c:v>1072018</c:v>
                </c:pt>
                <c:pt idx="3">
                  <c:v>1166202</c:v>
                </c:pt>
                <c:pt idx="4">
                  <c:v>1324013</c:v>
                </c:pt>
                <c:pt idx="5">
                  <c:v>1321414</c:v>
                </c:pt>
              </c:numCache>
            </c:numRef>
          </c:yVal>
          <c:smooth val="0"/>
          <c:extLst>
            <c:ext xmlns:c16="http://schemas.microsoft.com/office/drawing/2014/chart" uri="{C3380CC4-5D6E-409C-BE32-E72D297353CC}">
              <c16:uniqueId val="{00000006-C412-42E1-B4D6-5612920A4ED9}"/>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Delaware County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chemeClr val="bg1">
                  <a:lumMod val="65000"/>
                </a:schemeClr>
              </a:solidFill>
              <a:round/>
            </a:ln>
            <a:effectLst/>
          </c:spPr>
          <c:marker>
            <c:symbol val="circle"/>
            <c:size val="5"/>
            <c:spPr>
              <a:solidFill>
                <a:schemeClr val="bg1">
                  <a:lumMod val="65000"/>
                </a:schemeClr>
              </a:solidFill>
              <a:ln w="9525">
                <a:solidFill>
                  <a:schemeClr val="bg1">
                    <a:lumMod val="65000"/>
                  </a:schemeClr>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Data'!$H$4:$N$4</c:f>
              <c:numCache>
                <c:formatCode>#,##0</c:formatCode>
                <c:ptCount val="7"/>
                <c:pt idx="0" formatCode="General">
                  <c:v>220740</c:v>
                </c:pt>
                <c:pt idx="1">
                  <c:v>248441</c:v>
                </c:pt>
                <c:pt idx="2">
                  <c:v>287218</c:v>
                </c:pt>
                <c:pt idx="3">
                  <c:v>329249</c:v>
                </c:pt>
                <c:pt idx="4">
                  <c:v>373888</c:v>
                </c:pt>
                <c:pt idx="5">
                  <c:v>420768</c:v>
                </c:pt>
                <c:pt idx="6">
                  <c:v>469644</c:v>
                </c:pt>
              </c:numCache>
            </c:numRef>
          </c:yVal>
          <c:smooth val="0"/>
          <c:extLst>
            <c:ext xmlns:c16="http://schemas.microsoft.com/office/drawing/2014/chart" uri="{C3380CC4-5D6E-409C-BE32-E72D297353CC}">
              <c16:uniqueId val="{00000000-A51E-484A-85FF-46871AB6433E}"/>
            </c:ext>
          </c:extLst>
        </c:ser>
        <c:ser>
          <c:idx val="3"/>
          <c:order val="1"/>
          <c:tx>
            <c:strRef>
              <c:f>'Population Chart Data'!$B$5</c:f>
              <c:strCache>
                <c:ptCount val="1"/>
                <c:pt idx="0">
                  <c:v>Confidence limit</c:v>
                </c:pt>
              </c:strCache>
            </c:strRef>
          </c:tx>
          <c:spPr>
            <a:ln w="19050" cap="rnd">
              <a:solidFill>
                <a:schemeClr val="bg1">
                  <a:lumMod val="65000"/>
                </a:schemeClr>
              </a:solidFill>
              <a:round/>
            </a:ln>
            <a:effectLst/>
          </c:spPr>
          <c:marker>
            <c:symbol val="circle"/>
            <c:size val="5"/>
            <c:spPr>
              <a:solidFill>
                <a:schemeClr val="bg1">
                  <a:lumMod val="65000"/>
                </a:schemeClr>
              </a:solidFill>
              <a:ln w="9525">
                <a:solidFill>
                  <a:schemeClr val="bg1">
                    <a:lumMod val="65000"/>
                  </a:schemeClr>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Data'!$H$5:$N$5</c:f>
              <c:numCache>
                <c:formatCode>#,##0</c:formatCode>
                <c:ptCount val="7"/>
                <c:pt idx="0" formatCode="General">
                  <c:v>220740</c:v>
                </c:pt>
                <c:pt idx="1">
                  <c:v>238464</c:v>
                </c:pt>
                <c:pt idx="2">
                  <c:v>256467</c:v>
                </c:pt>
                <c:pt idx="3">
                  <c:v>271216</c:v>
                </c:pt>
                <c:pt idx="4">
                  <c:v>283357</c:v>
                </c:pt>
                <c:pt idx="5">
                  <c:v>293257</c:v>
                </c:pt>
                <c:pt idx="6">
                  <c:v>301161</c:v>
                </c:pt>
              </c:numCache>
            </c:numRef>
          </c:yVal>
          <c:smooth val="0"/>
          <c:extLst>
            <c:ext xmlns:c16="http://schemas.microsoft.com/office/drawing/2014/chart" uri="{C3380CC4-5D6E-409C-BE32-E72D297353CC}">
              <c16:uniqueId val="{00000001-A51E-484A-85FF-46871AB6433E}"/>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0.11387230442348553"/>
                  <c:y val="0.25216310851768531"/>
                </c:manualLayout>
              </c:layout>
              <c:showLegendKey val="0"/>
              <c:showVal val="1"/>
              <c:showCatName val="0"/>
              <c:showSerName val="0"/>
              <c:showPercent val="0"/>
              <c:showBubbleSize val="0"/>
              <c:extLst>
                <c:ext xmlns:c15="http://schemas.microsoft.com/office/drawing/2012/chart" uri="{CE6537A1-D6FC-4f65-9D91-7224C49458BB}">
                  <c15:layout>
                    <c:manualLayout>
                      <c:w val="0.13005585840231509"/>
                      <c:h val="5.0135529933758277E-2"/>
                    </c:manualLayout>
                  </c15:layout>
                </c:ext>
                <c:ext xmlns:c16="http://schemas.microsoft.com/office/drawing/2014/chart" uri="{C3380CC4-5D6E-409C-BE32-E72D297353CC}">
                  <c16:uniqueId val="{00000002-A51E-484A-85FF-46871AB6433E}"/>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Data'!$H$3:$N$3</c:f>
              <c:numCache>
                <c:formatCode>General</c:formatCode>
                <c:ptCount val="7"/>
                <c:pt idx="0">
                  <c:v>220740</c:v>
                </c:pt>
                <c:pt idx="1">
                  <c:v>247016</c:v>
                </c:pt>
                <c:pt idx="2">
                  <c:v>277484</c:v>
                </c:pt>
                <c:pt idx="3">
                  <c:v>310863</c:v>
                </c:pt>
                <c:pt idx="4">
                  <c:v>340917</c:v>
                </c:pt>
                <c:pt idx="5">
                  <c:v>369307</c:v>
                </c:pt>
                <c:pt idx="6">
                  <c:v>397697</c:v>
                </c:pt>
              </c:numCache>
            </c:numRef>
          </c:yVal>
          <c:smooth val="0"/>
          <c:extLst>
            <c:ext xmlns:c16="http://schemas.microsoft.com/office/drawing/2014/chart" uri="{C3380CC4-5D6E-409C-BE32-E72D297353CC}">
              <c16:uniqueId val="{00000003-A51E-484A-85FF-46871AB6433E}"/>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4.0029112081513829E-2"/>
                  <c:y val="-9.93676603432701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51E-484A-85FF-46871AB6433E}"/>
                </c:ext>
              </c:extLst>
            </c:dLbl>
            <c:dLbl>
              <c:idx val="5"/>
              <c:layout>
                <c:manualLayout>
                  <c:x val="-0.12372634643377002"/>
                  <c:y val="-5.72116832279433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51E-484A-85FF-46871AB6433E}"/>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Data'!$C$2:$H$2</c:f>
              <c:numCache>
                <c:formatCode>General</c:formatCode>
                <c:ptCount val="6"/>
                <c:pt idx="0">
                  <c:v>53840</c:v>
                </c:pt>
                <c:pt idx="1">
                  <c:v>67482</c:v>
                </c:pt>
                <c:pt idx="2">
                  <c:v>111759</c:v>
                </c:pt>
                <c:pt idx="3">
                  <c:v>175099</c:v>
                </c:pt>
                <c:pt idx="4">
                  <c:v>215062</c:v>
                </c:pt>
                <c:pt idx="5">
                  <c:v>220740</c:v>
                </c:pt>
              </c:numCache>
            </c:numRef>
          </c:yVal>
          <c:smooth val="0"/>
          <c:extLst>
            <c:ext xmlns:c16="http://schemas.microsoft.com/office/drawing/2014/chart" uri="{C3380CC4-5D6E-409C-BE32-E72D297353CC}">
              <c16:uniqueId val="{00000006-A51E-484A-85FF-46871AB6433E}"/>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Union County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Data'!$H$60:$N$60</c:f>
              <c:numCache>
                <c:formatCode>#,##0</c:formatCode>
                <c:ptCount val="7"/>
                <c:pt idx="0" formatCode="General">
                  <c:v>64971</c:v>
                </c:pt>
                <c:pt idx="1">
                  <c:v>69664</c:v>
                </c:pt>
                <c:pt idx="2">
                  <c:v>80350</c:v>
                </c:pt>
                <c:pt idx="3">
                  <c:v>92220</c:v>
                </c:pt>
                <c:pt idx="4">
                  <c:v>105075</c:v>
                </c:pt>
                <c:pt idx="5">
                  <c:v>118792</c:v>
                </c:pt>
                <c:pt idx="6">
                  <c:v>133284</c:v>
                </c:pt>
              </c:numCache>
            </c:numRef>
          </c:yVal>
          <c:smooth val="0"/>
          <c:extLst>
            <c:ext xmlns:c16="http://schemas.microsoft.com/office/drawing/2014/chart" uri="{C3380CC4-5D6E-409C-BE32-E72D297353CC}">
              <c16:uniqueId val="{00000000-94B3-4F4C-8CED-5328EE6050A4}"/>
            </c:ext>
          </c:extLst>
        </c:ser>
        <c:ser>
          <c:idx val="3"/>
          <c:order val="1"/>
          <c:tx>
            <c:strRef>
              <c:f>'Population Chart Data'!$B$5</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Data'!$H$61:$N$61</c:f>
              <c:numCache>
                <c:formatCode>#,##0</c:formatCode>
                <c:ptCount val="7"/>
                <c:pt idx="0" formatCode="General">
                  <c:v>64971</c:v>
                </c:pt>
                <c:pt idx="1">
                  <c:v>62368</c:v>
                </c:pt>
                <c:pt idx="2">
                  <c:v>63404</c:v>
                </c:pt>
                <c:pt idx="3">
                  <c:v>63255</c:v>
                </c:pt>
                <c:pt idx="4">
                  <c:v>62122</c:v>
                </c:pt>
                <c:pt idx="5">
                  <c:v>60127</c:v>
                </c:pt>
                <c:pt idx="6">
                  <c:v>57356</c:v>
                </c:pt>
              </c:numCache>
            </c:numRef>
          </c:yVal>
          <c:smooth val="0"/>
          <c:extLst>
            <c:ext xmlns:c16="http://schemas.microsoft.com/office/drawing/2014/chart" uri="{C3380CC4-5D6E-409C-BE32-E72D297353CC}">
              <c16:uniqueId val="{00000001-94B3-4F4C-8CED-5328EE6050A4}"/>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7.6419213973799124E-2"/>
                  <c:y val="9.03342366757000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4B3-4F4C-8CED-5328EE6050A4}"/>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Data'!$H$59:$N$59</c:f>
              <c:numCache>
                <c:formatCode>General</c:formatCode>
                <c:ptCount val="7"/>
                <c:pt idx="0">
                  <c:v>64971</c:v>
                </c:pt>
                <c:pt idx="1">
                  <c:v>66408</c:v>
                </c:pt>
                <c:pt idx="2">
                  <c:v>72505</c:v>
                </c:pt>
                <c:pt idx="3">
                  <c:v>78933</c:v>
                </c:pt>
                <c:pt idx="4">
                  <c:v>84983</c:v>
                </c:pt>
                <c:pt idx="5">
                  <c:v>90844</c:v>
                </c:pt>
                <c:pt idx="6">
                  <c:v>96705</c:v>
                </c:pt>
              </c:numCache>
            </c:numRef>
          </c:yVal>
          <c:smooth val="0"/>
          <c:extLst>
            <c:ext xmlns:c16="http://schemas.microsoft.com/office/drawing/2014/chart" uri="{C3380CC4-5D6E-409C-BE32-E72D297353CC}">
              <c16:uniqueId val="{00000003-94B3-4F4C-8CED-5328EE6050A4}"/>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1.8195050946142648E-2"/>
                  <c:y val="-5.72116832279433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B3-4F4C-8CED-5328EE6050A4}"/>
                </c:ext>
              </c:extLst>
            </c:dLbl>
            <c:dLbl>
              <c:idx val="5"/>
              <c:layout>
                <c:manualLayout>
                  <c:x val="-0.11644832605531295"/>
                  <c:y val="-6.3233965672990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4B3-4F4C-8CED-5328EE6050A4}"/>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Data'!$C$58:$H$58</c:f>
              <c:numCache>
                <c:formatCode>General</c:formatCode>
                <c:ptCount val="6"/>
                <c:pt idx="0">
                  <c:v>29536</c:v>
                </c:pt>
                <c:pt idx="1">
                  <c:v>32010</c:v>
                </c:pt>
                <c:pt idx="2">
                  <c:v>41338</c:v>
                </c:pt>
                <c:pt idx="3">
                  <c:v>52464</c:v>
                </c:pt>
                <c:pt idx="4">
                  <c:v>63077</c:v>
                </c:pt>
                <c:pt idx="5">
                  <c:v>64971</c:v>
                </c:pt>
              </c:numCache>
            </c:numRef>
          </c:yVal>
          <c:smooth val="0"/>
          <c:extLst>
            <c:ext xmlns:c16="http://schemas.microsoft.com/office/drawing/2014/chart" uri="{C3380CC4-5D6E-409C-BE32-E72D297353CC}">
              <c16:uniqueId val="{00000006-94B3-4F4C-8CED-5328EE6050A4}"/>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Pickaway County Population</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2"/>
          <c:order val="0"/>
          <c:tx>
            <c:strRef>
              <c:f>'Population Chart Data'!$B$4</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Data'!$H$52:$N$52</c:f>
              <c:numCache>
                <c:formatCode>#,##0</c:formatCode>
                <c:ptCount val="7"/>
                <c:pt idx="0" formatCode="General">
                  <c:v>59333</c:v>
                </c:pt>
                <c:pt idx="1">
                  <c:v>66029</c:v>
                </c:pt>
                <c:pt idx="2">
                  <c:v>77450</c:v>
                </c:pt>
                <c:pt idx="3">
                  <c:v>91360</c:v>
                </c:pt>
                <c:pt idx="4">
                  <c:v>107272</c:v>
                </c:pt>
                <c:pt idx="5">
                  <c:v>124906</c:v>
                </c:pt>
                <c:pt idx="6">
                  <c:v>144076</c:v>
                </c:pt>
              </c:numCache>
            </c:numRef>
          </c:yVal>
          <c:smooth val="0"/>
          <c:extLst>
            <c:ext xmlns:c16="http://schemas.microsoft.com/office/drawing/2014/chart" uri="{C3380CC4-5D6E-409C-BE32-E72D297353CC}">
              <c16:uniqueId val="{00000000-F027-4660-BD36-D85584369581}"/>
            </c:ext>
          </c:extLst>
        </c:ser>
        <c:ser>
          <c:idx val="3"/>
          <c:order val="1"/>
          <c:tx>
            <c:strRef>
              <c:f>'Population Chart Data'!$B$5</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Data'!$H$53:$N$53</c:f>
              <c:numCache>
                <c:formatCode>#,##0</c:formatCode>
                <c:ptCount val="7"/>
                <c:pt idx="0" formatCode="General">
                  <c:v>59333</c:v>
                </c:pt>
                <c:pt idx="1">
                  <c:v>58005</c:v>
                </c:pt>
                <c:pt idx="2">
                  <c:v>53249</c:v>
                </c:pt>
                <c:pt idx="3">
                  <c:v>46004</c:v>
                </c:pt>
                <c:pt idx="4">
                  <c:v>36758</c:v>
                </c:pt>
                <c:pt idx="5">
                  <c:v>25789</c:v>
                </c:pt>
                <c:pt idx="6">
                  <c:v>13285</c:v>
                </c:pt>
              </c:numCache>
            </c:numRef>
          </c:yVal>
          <c:smooth val="0"/>
          <c:extLst>
            <c:ext xmlns:c16="http://schemas.microsoft.com/office/drawing/2014/chart" uri="{C3380CC4-5D6E-409C-BE32-E72D297353CC}">
              <c16:uniqueId val="{00000001-F027-4660-BD36-D85584369581}"/>
            </c:ext>
          </c:extLst>
        </c:ser>
        <c:ser>
          <c:idx val="1"/>
          <c:order val="2"/>
          <c:tx>
            <c:strRef>
              <c:f>'Population Chart Data'!$B$3</c:f>
              <c:strCache>
                <c:ptCount val="1"/>
                <c:pt idx="0">
                  <c:v>Forecasted population</c:v>
                </c:pt>
              </c:strCache>
            </c:strRef>
          </c:tx>
          <c:spPr>
            <a:ln w="2540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9.2794759825327644E-2"/>
                  <c:y val="9.6356519120746761E-2"/>
                </c:manualLayout>
              </c:layout>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027-4660-BD36-D85584369581}"/>
                </c:ext>
              </c:extLst>
            </c:dLbl>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Data'!$H$51:$N$51</c:f>
              <c:numCache>
                <c:formatCode>General</c:formatCode>
                <c:ptCount val="7"/>
                <c:pt idx="0">
                  <c:v>59333</c:v>
                </c:pt>
                <c:pt idx="1">
                  <c:v>62355</c:v>
                </c:pt>
                <c:pt idx="2">
                  <c:v>65891</c:v>
                </c:pt>
                <c:pt idx="3">
                  <c:v>69716</c:v>
                </c:pt>
                <c:pt idx="4">
                  <c:v>73212</c:v>
                </c:pt>
                <c:pt idx="5">
                  <c:v>76545</c:v>
                </c:pt>
                <c:pt idx="6">
                  <c:v>79877</c:v>
                </c:pt>
              </c:numCache>
            </c:numRef>
          </c:yVal>
          <c:smooth val="0"/>
          <c:extLst>
            <c:ext xmlns:c16="http://schemas.microsoft.com/office/drawing/2014/chart" uri="{C3380CC4-5D6E-409C-BE32-E72D297353CC}">
              <c16:uniqueId val="{00000003-F027-4660-BD36-D85584369581}"/>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1.0917030567685589E-2"/>
                  <c:y val="-7.22673893405600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027-4660-BD36-D85584369581}"/>
                </c:ext>
              </c:extLst>
            </c:dLbl>
            <c:dLbl>
              <c:idx val="5"/>
              <c:layout>
                <c:manualLayout>
                  <c:x val="-0.12008733624454149"/>
                  <c:y val="-6.323396567299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027-4660-BD36-D85584369581}"/>
                </c:ext>
              </c:extLst>
            </c:dLbl>
            <c:numFmt formatCode="#,##0"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Data'!$C$50:$H$50</c:f>
              <c:numCache>
                <c:formatCode>General</c:formatCode>
                <c:ptCount val="6"/>
                <c:pt idx="0">
                  <c:v>43662</c:v>
                </c:pt>
                <c:pt idx="1">
                  <c:v>48257</c:v>
                </c:pt>
                <c:pt idx="2">
                  <c:v>52808</c:v>
                </c:pt>
                <c:pt idx="3">
                  <c:v>55740</c:v>
                </c:pt>
                <c:pt idx="4">
                  <c:v>58628</c:v>
                </c:pt>
                <c:pt idx="5">
                  <c:v>59333</c:v>
                </c:pt>
              </c:numCache>
            </c:numRef>
          </c:yVal>
          <c:smooth val="0"/>
          <c:extLst>
            <c:ext xmlns:c16="http://schemas.microsoft.com/office/drawing/2014/chart" uri="{C3380CC4-5D6E-409C-BE32-E72D297353CC}">
              <c16:uniqueId val="{00000006-F027-4660-BD36-D85584369581}"/>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a:t>Licking County Population</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2977483982624436E-2"/>
          <c:y val="0.11713363065389185"/>
          <c:w val="0.88124376783688063"/>
          <c:h val="0.71643964558630713"/>
        </c:manualLayout>
      </c:layout>
      <c:scatterChart>
        <c:scatterStyle val="lineMarker"/>
        <c:varyColors val="0"/>
        <c:ser>
          <c:idx val="2"/>
          <c:order val="0"/>
          <c:tx>
            <c:strRef>
              <c:f>'Population Chart Data'!$B$4</c:f>
              <c:strCache>
                <c:ptCount val="1"/>
                <c:pt idx="0">
                  <c:v>Confidence limit</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Data'!$H$28:$N$28</c:f>
              <c:numCache>
                <c:formatCode>#,##0</c:formatCode>
                <c:ptCount val="7"/>
                <c:pt idx="0" formatCode="General">
                  <c:v>180401</c:v>
                </c:pt>
                <c:pt idx="1">
                  <c:v>189312</c:v>
                </c:pt>
                <c:pt idx="2">
                  <c:v>203164</c:v>
                </c:pt>
                <c:pt idx="3">
                  <c:v>219200</c:v>
                </c:pt>
                <c:pt idx="4">
                  <c:v>237045</c:v>
                </c:pt>
                <c:pt idx="5">
                  <c:v>256471</c:v>
                </c:pt>
                <c:pt idx="6">
                  <c:v>277319</c:v>
                </c:pt>
              </c:numCache>
            </c:numRef>
          </c:yVal>
          <c:smooth val="0"/>
          <c:extLst>
            <c:ext xmlns:c16="http://schemas.microsoft.com/office/drawing/2014/chart" uri="{C3380CC4-5D6E-409C-BE32-E72D297353CC}">
              <c16:uniqueId val="{00000000-B0D5-45A7-AA86-454F607F62A2}"/>
            </c:ext>
          </c:extLst>
        </c:ser>
        <c:ser>
          <c:idx val="3"/>
          <c:order val="1"/>
          <c:tx>
            <c:strRef>
              <c:f>'Population Chart Data'!$B$5</c:f>
              <c:strCache>
                <c:ptCount val="1"/>
                <c:pt idx="0">
                  <c:v>Confidence limit</c:v>
                </c:pt>
              </c:strCache>
            </c:strRef>
          </c:tx>
          <c:spPr>
            <a:ln w="19050" cap="rnd">
              <a:solidFill>
                <a:srgbClr val="A6A6A6"/>
              </a:solidFill>
              <a:round/>
            </a:ln>
            <a:effectLst/>
          </c:spPr>
          <c:marker>
            <c:symbol val="circle"/>
            <c:size val="5"/>
            <c:spPr>
              <a:solidFill>
                <a:srgbClr val="A6A6A6"/>
              </a:solidFill>
              <a:ln w="9525">
                <a:solidFill>
                  <a:srgbClr val="A6A6A6"/>
                </a:solidFill>
              </a:ln>
              <a:effectLst/>
            </c:spPr>
          </c:marker>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Data'!$H$29:$N$29</c:f>
              <c:numCache>
                <c:formatCode>#,##0</c:formatCode>
                <c:ptCount val="7"/>
                <c:pt idx="0" formatCode="General">
                  <c:v>180401</c:v>
                </c:pt>
                <c:pt idx="1">
                  <c:v>176808</c:v>
                </c:pt>
                <c:pt idx="2">
                  <c:v>173324</c:v>
                </c:pt>
                <c:pt idx="3">
                  <c:v>167658</c:v>
                </c:pt>
                <c:pt idx="4">
                  <c:v>160181</c:v>
                </c:pt>
                <c:pt idx="5">
                  <c:v>151123</c:v>
                </c:pt>
                <c:pt idx="6">
                  <c:v>140644</c:v>
                </c:pt>
              </c:numCache>
            </c:numRef>
          </c:yVal>
          <c:smooth val="0"/>
          <c:extLst>
            <c:ext xmlns:c16="http://schemas.microsoft.com/office/drawing/2014/chart" uri="{C3380CC4-5D6E-409C-BE32-E72D297353CC}">
              <c16:uniqueId val="{00000001-B0D5-45A7-AA86-454F607F62A2}"/>
            </c:ext>
          </c:extLst>
        </c:ser>
        <c:ser>
          <c:idx val="1"/>
          <c:order val="2"/>
          <c:tx>
            <c:strRef>
              <c:f>'Population Chart Data'!$B$3</c:f>
              <c:strCache>
                <c:ptCount val="1"/>
                <c:pt idx="0">
                  <c:v>Forecasted population</c:v>
                </c:pt>
              </c:strCache>
            </c:strRef>
          </c:tx>
          <c:spPr>
            <a:ln w="19050" cap="rnd">
              <a:solidFill>
                <a:srgbClr val="2A7F67"/>
              </a:solidFill>
              <a:round/>
            </a:ln>
            <a:effectLst/>
          </c:spPr>
          <c:marker>
            <c:symbol val="circle"/>
            <c:size val="5"/>
            <c:spPr>
              <a:solidFill>
                <a:srgbClr val="2A7F67"/>
              </a:solidFill>
              <a:ln w="9525">
                <a:solidFill>
                  <a:srgbClr val="2A7F67"/>
                </a:solidFill>
              </a:ln>
              <a:effectLst/>
            </c:spPr>
          </c:marker>
          <c:dLbls>
            <c:dLbl>
              <c:idx val="6"/>
              <c:layout>
                <c:manualLayout>
                  <c:x val="-7.2780203784570591E-2"/>
                  <c:y val="8.43119542306533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0D5-45A7-AA86-454F607F62A2}"/>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Data'!$H$1:$N$1</c:f>
              <c:numCache>
                <c:formatCode>General</c:formatCode>
                <c:ptCount val="7"/>
                <c:pt idx="0">
                  <c:v>2021</c:v>
                </c:pt>
                <c:pt idx="1">
                  <c:v>2025</c:v>
                </c:pt>
                <c:pt idx="2">
                  <c:v>2030</c:v>
                </c:pt>
                <c:pt idx="3">
                  <c:v>2035</c:v>
                </c:pt>
                <c:pt idx="4">
                  <c:v>2040</c:v>
                </c:pt>
                <c:pt idx="5">
                  <c:v>2045</c:v>
                </c:pt>
                <c:pt idx="6">
                  <c:v>2050</c:v>
                </c:pt>
              </c:numCache>
            </c:numRef>
          </c:xVal>
          <c:yVal>
            <c:numRef>
              <c:f>'Population Chart Data'!$H$27:$N$27</c:f>
              <c:numCache>
                <c:formatCode>General</c:formatCode>
                <c:ptCount val="7"/>
                <c:pt idx="0">
                  <c:v>180401</c:v>
                </c:pt>
                <c:pt idx="1">
                  <c:v>190915</c:v>
                </c:pt>
                <c:pt idx="2">
                  <c:v>200710</c:v>
                </c:pt>
                <c:pt idx="3">
                  <c:v>216962</c:v>
                </c:pt>
                <c:pt idx="4">
                  <c:v>225833</c:v>
                </c:pt>
                <c:pt idx="5">
                  <c:v>231017</c:v>
                </c:pt>
                <c:pt idx="6">
                  <c:v>236202</c:v>
                </c:pt>
              </c:numCache>
            </c:numRef>
          </c:yVal>
          <c:smooth val="0"/>
          <c:extLst>
            <c:ext xmlns:c16="http://schemas.microsoft.com/office/drawing/2014/chart" uri="{C3380CC4-5D6E-409C-BE32-E72D297353CC}">
              <c16:uniqueId val="{00000003-B0D5-45A7-AA86-454F607F62A2}"/>
            </c:ext>
          </c:extLst>
        </c:ser>
        <c:ser>
          <c:idx val="0"/>
          <c:order val="3"/>
          <c:tx>
            <c:strRef>
              <c:f>'Population Chart Data'!$B$2</c:f>
              <c:strCache>
                <c:ptCount val="1"/>
                <c:pt idx="0">
                  <c:v>Historic population</c:v>
                </c:pt>
              </c:strCache>
            </c:strRef>
          </c:tx>
          <c:spPr>
            <a:ln w="25400" cap="rnd">
              <a:solidFill>
                <a:srgbClr val="0075BF"/>
              </a:solidFill>
              <a:round/>
            </a:ln>
            <a:effectLst/>
          </c:spPr>
          <c:marker>
            <c:symbol val="circle"/>
            <c:size val="5"/>
            <c:spPr>
              <a:solidFill>
                <a:srgbClr val="0075BF"/>
              </a:solidFill>
              <a:ln w="9525">
                <a:solidFill>
                  <a:srgbClr val="0075BF"/>
                </a:solidFill>
              </a:ln>
              <a:effectLst/>
            </c:spPr>
          </c:marker>
          <c:dLbls>
            <c:dLbl>
              <c:idx val="0"/>
              <c:layout>
                <c:manualLayout>
                  <c:x val="1.2736535662299854E-2"/>
                  <c:y val="-6.62451068955134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D5-45A7-AA86-454F607F62A2}"/>
                </c:ext>
              </c:extLst>
            </c:dLbl>
            <c:dLbl>
              <c:idx val="5"/>
              <c:layout>
                <c:manualLayout>
                  <c:x val="-0.13282387190684133"/>
                  <c:y val="-6.32339656729901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D5-45A7-AA86-454F607F62A2}"/>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'Population Chart Data'!$C$1:$H$1</c:f>
              <c:numCache>
                <c:formatCode>General</c:formatCode>
                <c:ptCount val="6"/>
                <c:pt idx="0">
                  <c:v>1980</c:v>
                </c:pt>
                <c:pt idx="1">
                  <c:v>1990</c:v>
                </c:pt>
                <c:pt idx="2">
                  <c:v>2000</c:v>
                </c:pt>
                <c:pt idx="3">
                  <c:v>2010</c:v>
                </c:pt>
                <c:pt idx="4">
                  <c:v>2020</c:v>
                </c:pt>
                <c:pt idx="5">
                  <c:v>2021</c:v>
                </c:pt>
              </c:numCache>
            </c:numRef>
          </c:xVal>
          <c:yVal>
            <c:numRef>
              <c:f>'Population Chart Data'!$C$26:$H$26</c:f>
              <c:numCache>
                <c:formatCode>General</c:formatCode>
                <c:ptCount val="6"/>
                <c:pt idx="0">
                  <c:v>120981</c:v>
                </c:pt>
                <c:pt idx="1">
                  <c:v>129006</c:v>
                </c:pt>
                <c:pt idx="2">
                  <c:v>146268</c:v>
                </c:pt>
                <c:pt idx="3">
                  <c:v>166705</c:v>
                </c:pt>
                <c:pt idx="4">
                  <c:v>178680</c:v>
                </c:pt>
                <c:pt idx="5">
                  <c:v>180401</c:v>
                </c:pt>
              </c:numCache>
            </c:numRef>
          </c:yVal>
          <c:smooth val="0"/>
          <c:extLst>
            <c:ext xmlns:c16="http://schemas.microsoft.com/office/drawing/2014/chart" uri="{C3380CC4-5D6E-409C-BE32-E72D297353CC}">
              <c16:uniqueId val="{00000006-B0D5-45A7-AA86-454F607F62A2}"/>
            </c:ext>
          </c:extLst>
        </c:ser>
        <c:dLbls>
          <c:showLegendKey val="0"/>
          <c:showVal val="0"/>
          <c:showCatName val="0"/>
          <c:showSerName val="0"/>
          <c:showPercent val="0"/>
          <c:showBubbleSize val="0"/>
        </c:dLbls>
        <c:axId val="1903336224"/>
        <c:axId val="1903339136"/>
      </c:scatterChart>
      <c:valAx>
        <c:axId val="1903336224"/>
        <c:scaling>
          <c:orientation val="minMax"/>
          <c:max val="2050"/>
          <c:min val="198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03339136"/>
        <c:crosses val="autoZero"/>
        <c:crossBetween val="midCat"/>
      </c:valAx>
      <c:valAx>
        <c:axId val="1903339136"/>
        <c:scaling>
          <c:orientation val="minMax"/>
        </c:scaling>
        <c:delete val="0"/>
        <c:axPos val="l"/>
        <c:majorGridlines>
          <c:spPr>
            <a:ln w="9525" cap="flat" cmpd="sng" algn="ctr">
              <a:solidFill>
                <a:schemeClr val="tx1">
                  <a:lumMod val="15000"/>
                  <a:lumOff val="85000"/>
                </a:schemeClr>
              </a:solidFill>
              <a:round/>
            </a:ln>
            <a:effectLst/>
          </c:spPr>
        </c:majorGridlines>
        <c:numFmt formatCode="#,##0,\K"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903336224"/>
        <c:crosses val="autoZero"/>
        <c:crossBetween val="midCat"/>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DEF058-5C89-45FD-8DD6-D88B38BDAF6F}" type="datetimeFigureOut">
              <a:rPr lang="en-US" smtClean="0"/>
              <a:t>2/2/2023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33FBB3-CAB3-428D-A3E1-91113D13E9D7}" type="slidenum">
              <a:rPr lang="en-US" smtClean="0"/>
              <a:t>‹#›</a:t>
            </a:fld>
            <a:endParaRPr lang="en-US"/>
          </a:p>
        </p:txBody>
      </p:sp>
    </p:spTree>
    <p:extLst>
      <p:ext uri="{BB962C8B-B14F-4D97-AF65-F5344CB8AC3E}">
        <p14:creationId xmlns:p14="http://schemas.microsoft.com/office/powerpoint/2010/main" val="21702273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BA7550-391D-4B07-A39F-01BDF8FD1EEB}" type="datetimeFigureOut">
              <a:rPr lang="en-US" smtClean="0"/>
              <a:t>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4067E1-A49F-46DB-B4A5-10A088313D44}" type="slidenum">
              <a:rPr lang="en-US" smtClean="0"/>
              <a:t>‹#›</a:t>
            </a:fld>
            <a:endParaRPr lang="en-US"/>
          </a:p>
        </p:txBody>
      </p:sp>
    </p:spTree>
    <p:extLst>
      <p:ext uri="{BB962C8B-B14F-4D97-AF65-F5344CB8AC3E}">
        <p14:creationId xmlns:p14="http://schemas.microsoft.com/office/powerpoint/2010/main" val="2727646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you might have seen, we just released our updated forecasts out to 2050 and I wanted to take this opportunity to walk you through it in more detail.</a:t>
            </a:r>
          </a:p>
        </p:txBody>
      </p:sp>
      <p:sp>
        <p:nvSpPr>
          <p:cNvPr id="4" name="Slide Number Placeholder 3"/>
          <p:cNvSpPr>
            <a:spLocks noGrp="1"/>
          </p:cNvSpPr>
          <p:nvPr>
            <p:ph type="sldNum" sz="quarter" idx="5"/>
          </p:nvPr>
        </p:nvSpPr>
        <p:spPr/>
        <p:txBody>
          <a:bodyPr/>
          <a:lstStyle/>
          <a:p>
            <a:fld id="{AA4067E1-A49F-46DB-B4A5-10A088313D44}" type="slidenum">
              <a:rPr lang="en-US" smtClean="0"/>
              <a:t>1</a:t>
            </a:fld>
            <a:endParaRPr lang="en-US"/>
          </a:p>
        </p:txBody>
      </p:sp>
    </p:spTree>
    <p:extLst>
      <p:ext uri="{BB962C8B-B14F-4D97-AF65-F5344CB8AC3E}">
        <p14:creationId xmlns:p14="http://schemas.microsoft.com/office/powerpoint/2010/main" val="1768826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r>
              <a:rPr lang="en-US" sz="1800" b="0" i="0" dirty="0">
                <a:solidFill>
                  <a:srgbClr val="000000"/>
                </a:solidFill>
                <a:effectLst/>
                <a:latin typeface="Arial"/>
                <a:cs typeface="Arial"/>
              </a:rPr>
              <a:t>The short version is that our 15-county Central Ohio region is on track to reach nearly 3.15 million residents by 2050, which is a small uptick from previous projections.  </a:t>
            </a:r>
          </a:p>
          <a:p>
            <a:pPr fontAlgn="base"/>
            <a:r>
              <a:rPr lang="en-US" sz="1800" b="0" i="0" dirty="0">
                <a:solidFill>
                  <a:srgbClr val="000000"/>
                </a:solidFill>
                <a:effectLst/>
                <a:latin typeface="Arial"/>
                <a:cs typeface="Arial"/>
              </a:rPr>
              <a:t>Our recent growth places us among the fastest-growing large metros in the country. We are growing faster than any other region in the state, but at an estimated 0.89% annually, it is a much more manageable rate than metros, such as Austin or Boise, which have been growing at twice the rate of Central Ohio. </a:t>
            </a:r>
            <a:r>
              <a:rPr lang="en-US" sz="1800" dirty="0">
                <a:solidFill>
                  <a:srgbClr val="000000"/>
                </a:solidFill>
                <a:latin typeface="Arial"/>
                <a:cs typeface="Arial"/>
              </a:rPr>
              <a:t> (30% regional growth or about 20K annually).</a:t>
            </a:r>
            <a:endParaRPr lang="en-US" sz="1800" b="0" i="0" dirty="0">
              <a:solidFill>
                <a:srgbClr val="000000"/>
              </a:solidFill>
              <a:effectLst/>
              <a:latin typeface="Arial"/>
              <a:cs typeface="Arial"/>
            </a:endParaRPr>
          </a:p>
          <a:p>
            <a:pPr algn="l" rtl="0" fontAlgn="base">
              <a:buFont typeface="Arial" panose="020B0604020202020204" pitchFamily="34" charset="0"/>
              <a:buNone/>
            </a:pPr>
            <a:endParaRPr lang="en-US" sz="1800" b="0" i="0">
              <a:solidFill>
                <a:srgbClr val="000000"/>
              </a:solidFill>
              <a:effectLst/>
              <a:latin typeface="Arial" panose="020B0604020202020204" pitchFamily="34" charset="0"/>
            </a:endParaRPr>
          </a:p>
          <a:p>
            <a:pPr algn="l" rtl="0" fontAlgn="base">
              <a:buFont typeface="Arial" panose="020B0604020202020204" pitchFamily="34" charset="0"/>
              <a:buNone/>
            </a:pPr>
            <a:r>
              <a:rPr lang="en-US" sz="1800" b="0" i="0" dirty="0">
                <a:solidFill>
                  <a:srgbClr val="000000"/>
                </a:solidFill>
                <a:effectLst/>
                <a:latin typeface="Arial"/>
                <a:cs typeface="Arial"/>
              </a:rPr>
              <a:t>Our region’s strong growth can be attributed, in part, to continued strong economic development. Although MORPC does not attempt to predict which firms will choose to establish operations in Central Ohio, our forecasting process anticipates development-induced growth, and plans for it. Communities must work to attract, retain, and develop firms that amplify existing industry clusters, add diversity to the region’s economy, and produce jobs in a variety of pay ranges and requiring an increasingly diversified talent pool. </a:t>
            </a: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r>
              <a:rPr lang="en-US" sz="1800" b="0" i="0" dirty="0">
                <a:solidFill>
                  <a:srgbClr val="000000"/>
                </a:solidFill>
                <a:effectLst/>
                <a:latin typeface="Arial"/>
                <a:cs typeface="Arial"/>
              </a:rPr>
              <a:t> </a:t>
            </a:r>
            <a:endParaRPr lang="en-US" b="0" i="0" dirty="0">
              <a:solidFill>
                <a:srgbClr val="000000"/>
              </a:solidFill>
              <a:effectLst/>
              <a:latin typeface="Arial"/>
              <a:cs typeface="Arial"/>
            </a:endParaRPr>
          </a:p>
          <a:p>
            <a:pPr algn="l" rtl="0" fontAlgn="base">
              <a:buFont typeface="Arial" panose="020B0604020202020204" pitchFamily="34" charset="0"/>
              <a:buChar char="•"/>
            </a:pPr>
            <a:r>
              <a:rPr lang="en-US" sz="1800" b="0" i="0" dirty="0">
                <a:solidFill>
                  <a:srgbClr val="000000"/>
                </a:solidFill>
                <a:effectLst/>
                <a:latin typeface="Arial"/>
                <a:cs typeface="Arial"/>
              </a:rPr>
              <a:t>Over the course of the next 25+ years, </a:t>
            </a:r>
            <a:r>
              <a:rPr lang="en-US" sz="1800" b="0" i="0" u="sng" dirty="0">
                <a:solidFill>
                  <a:srgbClr val="D13438"/>
                </a:solidFill>
                <a:effectLst/>
                <a:latin typeface="Arial"/>
                <a:cs typeface="Arial"/>
              </a:rPr>
              <a:t>the </a:t>
            </a:r>
            <a:r>
              <a:rPr lang="en-US" sz="1800" b="0" i="0" dirty="0">
                <a:solidFill>
                  <a:srgbClr val="000000"/>
                </a:solidFill>
                <a:effectLst/>
                <a:latin typeface="Arial"/>
                <a:cs typeface="Arial"/>
              </a:rPr>
              <a:t>Central Ohio </a:t>
            </a:r>
            <a:r>
              <a:rPr lang="en-US" sz="1800" b="0" i="0" u="sng" dirty="0">
                <a:solidFill>
                  <a:srgbClr val="D13438"/>
                </a:solidFill>
                <a:effectLst/>
                <a:latin typeface="Arial"/>
                <a:cs typeface="Arial"/>
              </a:rPr>
              <a:t>region </a:t>
            </a:r>
            <a:r>
              <a:rPr lang="en-US" sz="1800" b="0" i="0" dirty="0">
                <a:solidFill>
                  <a:srgbClr val="000000"/>
                </a:solidFill>
                <a:effectLst/>
                <a:latin typeface="Arial"/>
                <a:cs typeface="Arial"/>
              </a:rPr>
              <a:t>will see a growth of 726,000</a:t>
            </a:r>
            <a:r>
              <a:rPr lang="en-US" sz="1800" b="1" i="0" dirty="0">
                <a:solidFill>
                  <a:srgbClr val="000000"/>
                </a:solidFill>
                <a:effectLst/>
                <a:latin typeface="Arial"/>
                <a:cs typeface="Arial"/>
              </a:rPr>
              <a:t> </a:t>
            </a:r>
            <a:r>
              <a:rPr lang="en-US" sz="1800" b="0" i="0" dirty="0">
                <a:solidFill>
                  <a:srgbClr val="000000"/>
                </a:solidFill>
                <a:effectLst/>
                <a:latin typeface="Arial"/>
                <a:cs typeface="Arial"/>
              </a:rPr>
              <a:t>people, which equates to 272,000 additional households and 357,000 additional workers.</a:t>
            </a:r>
          </a:p>
          <a:p>
            <a:endParaRPr lang="en-US"/>
          </a:p>
        </p:txBody>
      </p:sp>
      <p:sp>
        <p:nvSpPr>
          <p:cNvPr id="4" name="Slide Number Placeholder 3"/>
          <p:cNvSpPr>
            <a:spLocks noGrp="1"/>
          </p:cNvSpPr>
          <p:nvPr>
            <p:ph type="sldNum" sz="quarter" idx="5"/>
          </p:nvPr>
        </p:nvSpPr>
        <p:spPr/>
        <p:txBody>
          <a:bodyPr/>
          <a:lstStyle/>
          <a:p>
            <a:fld id="{AA4067E1-A49F-46DB-B4A5-10A088313D44}" type="slidenum">
              <a:rPr lang="en-US" smtClean="0"/>
              <a:t>2</a:t>
            </a:fld>
            <a:endParaRPr lang="en-US"/>
          </a:p>
        </p:txBody>
      </p:sp>
    </p:spTree>
    <p:extLst>
      <p:ext uri="{BB962C8B-B14F-4D97-AF65-F5344CB8AC3E}">
        <p14:creationId xmlns:p14="http://schemas.microsoft.com/office/powerpoint/2010/main" val="2157537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None/>
            </a:pPr>
            <a:r>
              <a:rPr lang="en-US" sz="1800" b="0" i="0">
                <a:solidFill>
                  <a:srgbClr val="000000"/>
                </a:solidFill>
                <a:effectLst/>
                <a:latin typeface="Arial"/>
                <a:cs typeface="Arial"/>
              </a:rPr>
              <a:t>More specifically, over the course of the next 25+ years, Central Ohio will see a growth of 726,000</a:t>
            </a:r>
            <a:r>
              <a:rPr lang="en-US" sz="1800" b="1" i="0">
                <a:solidFill>
                  <a:srgbClr val="000000"/>
                </a:solidFill>
                <a:effectLst/>
                <a:latin typeface="Arial"/>
                <a:cs typeface="Arial"/>
              </a:rPr>
              <a:t> </a:t>
            </a:r>
            <a:r>
              <a:rPr lang="en-US" sz="1800" b="0" i="0">
                <a:solidFill>
                  <a:srgbClr val="000000"/>
                </a:solidFill>
                <a:effectLst/>
                <a:latin typeface="Arial"/>
                <a:cs typeface="Arial"/>
              </a:rPr>
              <a:t>people, which equates to 272,000 additional households and 357,000 additional workers.   </a:t>
            </a:r>
            <a:endParaRPr lang="en-US" b="0" i="0">
              <a:solidFill>
                <a:srgbClr val="000000"/>
              </a:solidFill>
              <a:effectLst/>
              <a:latin typeface="Arial"/>
              <a:cs typeface="Arial"/>
            </a:endParaRPr>
          </a:p>
          <a:p>
            <a:pPr algn="l" rtl="0"/>
            <a:endParaRPr lang="en-US" b="0" i="0">
              <a:solidFill>
                <a:srgbClr val="000000"/>
              </a:solidFill>
              <a:effectLst/>
              <a:latin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3</a:t>
            </a:fld>
            <a:endParaRPr lang="en-US"/>
          </a:p>
        </p:txBody>
      </p:sp>
    </p:spTree>
    <p:extLst>
      <p:ext uri="{BB962C8B-B14F-4D97-AF65-F5344CB8AC3E}">
        <p14:creationId xmlns:p14="http://schemas.microsoft.com/office/powerpoint/2010/main" val="3255389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Franklin County will receive half of the newcomers, however the growth in surrounding counties will be more significant relative to their current populations</a:t>
            </a:r>
          </a:p>
          <a:p>
            <a:endParaRPr lang="en-US">
              <a:cs typeface="Calibri"/>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4</a:t>
            </a:fld>
            <a:endParaRPr lang="en-US"/>
          </a:p>
        </p:txBody>
      </p:sp>
    </p:spTree>
    <p:extLst>
      <p:ext uri="{BB962C8B-B14F-4D97-AF65-F5344CB8AC3E}">
        <p14:creationId xmlns:p14="http://schemas.microsoft.com/office/powerpoint/2010/main" val="572512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cs typeface="Arial"/>
              </a:rPr>
              <a:t>80% growth total with an annual growth of 2.05%.</a:t>
            </a:r>
          </a:p>
        </p:txBody>
      </p:sp>
      <p:sp>
        <p:nvSpPr>
          <p:cNvPr id="4" name="Slide Number Placeholder 3"/>
          <p:cNvSpPr>
            <a:spLocks noGrp="1"/>
          </p:cNvSpPr>
          <p:nvPr>
            <p:ph type="sldNum" sz="quarter" idx="5"/>
          </p:nvPr>
        </p:nvSpPr>
        <p:spPr/>
        <p:txBody>
          <a:bodyPr/>
          <a:lstStyle/>
          <a:p>
            <a:fld id="{AA4067E1-A49F-46DB-B4A5-10A088313D44}" type="slidenum">
              <a:rPr lang="en-US" smtClean="0"/>
              <a:t>5</a:t>
            </a:fld>
            <a:endParaRPr lang="en-US"/>
          </a:p>
        </p:txBody>
      </p:sp>
    </p:spTree>
    <p:extLst>
      <p:ext uri="{BB962C8B-B14F-4D97-AF65-F5344CB8AC3E}">
        <p14:creationId xmlns:p14="http://schemas.microsoft.com/office/powerpoint/2010/main" val="2074708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50% growth</a:t>
            </a:r>
          </a:p>
        </p:txBody>
      </p:sp>
      <p:sp>
        <p:nvSpPr>
          <p:cNvPr id="4" name="Slide Number Placeholder 3"/>
          <p:cNvSpPr>
            <a:spLocks noGrp="1"/>
          </p:cNvSpPr>
          <p:nvPr>
            <p:ph type="sldNum" sz="quarter" idx="5"/>
          </p:nvPr>
        </p:nvSpPr>
        <p:spPr/>
        <p:txBody>
          <a:bodyPr/>
          <a:lstStyle/>
          <a:p>
            <a:fld id="{AA4067E1-A49F-46DB-B4A5-10A088313D44}" type="slidenum">
              <a:rPr lang="en-US" smtClean="0"/>
              <a:t>6</a:t>
            </a:fld>
            <a:endParaRPr lang="en-US"/>
          </a:p>
        </p:txBody>
      </p:sp>
    </p:spTree>
    <p:extLst>
      <p:ext uri="{BB962C8B-B14F-4D97-AF65-F5344CB8AC3E}">
        <p14:creationId xmlns:p14="http://schemas.microsoft.com/office/powerpoint/2010/main" val="2467504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30% growth</a:t>
            </a:r>
          </a:p>
        </p:txBody>
      </p:sp>
      <p:sp>
        <p:nvSpPr>
          <p:cNvPr id="4" name="Slide Number Placeholder 3"/>
          <p:cNvSpPr>
            <a:spLocks noGrp="1"/>
          </p:cNvSpPr>
          <p:nvPr>
            <p:ph type="sldNum" sz="quarter" idx="5"/>
          </p:nvPr>
        </p:nvSpPr>
        <p:spPr/>
        <p:txBody>
          <a:bodyPr/>
          <a:lstStyle/>
          <a:p>
            <a:fld id="{AA4067E1-A49F-46DB-B4A5-10A088313D44}" type="slidenum">
              <a:rPr lang="en-US" smtClean="0"/>
              <a:t>7</a:t>
            </a:fld>
            <a:endParaRPr lang="en-US"/>
          </a:p>
        </p:txBody>
      </p:sp>
    </p:spTree>
    <p:extLst>
      <p:ext uri="{BB962C8B-B14F-4D97-AF65-F5344CB8AC3E}">
        <p14:creationId xmlns:p14="http://schemas.microsoft.com/office/powerpoint/2010/main" val="3866068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growth</a:t>
            </a:r>
          </a:p>
          <a:p>
            <a:endParaRPr lang="en-US">
              <a:cs typeface="Calibri"/>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8</a:t>
            </a:fld>
            <a:endParaRPr lang="en-US"/>
          </a:p>
        </p:txBody>
      </p:sp>
    </p:spTree>
    <p:extLst>
      <p:ext uri="{BB962C8B-B14F-4D97-AF65-F5344CB8AC3E}">
        <p14:creationId xmlns:p14="http://schemas.microsoft.com/office/powerpoint/2010/main" val="4155339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800" b="0" i="0">
                <a:solidFill>
                  <a:srgbClr val="000000"/>
                </a:solidFill>
                <a:effectLst/>
                <a:latin typeface="Arial"/>
                <a:cs typeface="Arial"/>
              </a:rPr>
              <a:t>Births and people moving to Central Ohio (in-migration) were almost equally contributing to the region’s growth in the past. However, Central Ohio, like the nation, is showing a continued trend of increased death rates and lower birth rates. This trend is in part due to our aging population, making it even more important to welcome new people to our </a:t>
            </a:r>
            <a:r>
              <a:rPr lang="en-US" sz="1800">
                <a:solidFill>
                  <a:srgbClr val="000000"/>
                </a:solidFill>
                <a:latin typeface="Arial"/>
                <a:cs typeface="Arial"/>
              </a:rPr>
              <a:t>region</a:t>
            </a:r>
            <a:r>
              <a:rPr lang="en-US" sz="1800" b="0" i="0">
                <a:solidFill>
                  <a:srgbClr val="000000"/>
                </a:solidFill>
                <a:effectLst/>
                <a:latin typeface="Arial"/>
                <a:cs typeface="Arial"/>
              </a:rPr>
              <a:t>. </a:t>
            </a:r>
            <a:r>
              <a:rPr lang="en-US" sz="1800">
                <a:solidFill>
                  <a:srgbClr val="000000"/>
                </a:solidFill>
                <a:latin typeface="Arial"/>
                <a:cs typeface="Arial"/>
              </a:rPr>
              <a:t>Notable</a:t>
            </a:r>
            <a:r>
              <a:rPr lang="en-US" sz="1800" b="0" i="0">
                <a:solidFill>
                  <a:srgbClr val="000000"/>
                </a:solidFill>
                <a:effectLst/>
                <a:latin typeface="Arial"/>
                <a:cs typeface="Arial"/>
              </a:rPr>
              <a:t>, Central Ohio is one of the only parts of the state that is currently benefitting from </a:t>
            </a:r>
            <a:r>
              <a:rPr lang="en-US" sz="1800">
                <a:solidFill>
                  <a:srgbClr val="000000"/>
                </a:solidFill>
                <a:latin typeface="Arial"/>
                <a:cs typeface="Arial"/>
              </a:rPr>
              <a:t>in-migration from other states and countries</a:t>
            </a:r>
            <a:r>
              <a:rPr lang="en-US" sz="1800" b="0" i="0">
                <a:solidFill>
                  <a:srgbClr val="000000"/>
                </a:solidFill>
                <a:effectLst/>
                <a:latin typeface="Arial"/>
                <a:cs typeface="Arial"/>
              </a:rPr>
              <a:t>.  </a:t>
            </a:r>
            <a:endParaRPr lang="en-US">
              <a:latin typeface="Arial"/>
              <a:cs typeface="Arial"/>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9</a:t>
            </a:fld>
            <a:endParaRPr lang="en-US"/>
          </a:p>
        </p:txBody>
      </p:sp>
    </p:spTree>
    <p:extLst>
      <p:ext uri="{BB962C8B-B14F-4D97-AF65-F5344CB8AC3E}">
        <p14:creationId xmlns:p14="http://schemas.microsoft.com/office/powerpoint/2010/main" val="2694469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Arial"/>
                <a:ea typeface="Calibri" panose="020F0502020204030204" pitchFamily="34" charset="0"/>
                <a:cs typeface="Arial"/>
              </a:rPr>
              <a:t>Over 100,000 new housing units will be required in th</a:t>
            </a:r>
            <a:r>
              <a:rPr lang="en-US">
                <a:latin typeface="Arial"/>
                <a:ea typeface="Calibri" panose="020F0502020204030204" pitchFamily="34" charset="0"/>
                <a:cs typeface="Arial"/>
              </a:rPr>
              <a:t>e next decade. </a:t>
            </a:r>
            <a:r>
              <a:rPr lang="en-US" sz="1200">
                <a:effectLst/>
                <a:latin typeface="Arial"/>
                <a:ea typeface="Calibri" panose="020F0502020204030204" pitchFamily="34" charset="0"/>
                <a:cs typeface="Arial"/>
              </a:rPr>
              <a:t>According to the Building Industry Association (BIA) of Central Ohio, housing permitting must increase approximately two-fold from recent trends to meet anticipated demand. A variety of housing options will be needed to satisfy the diverse needs of </a:t>
            </a:r>
            <a:r>
              <a:rPr lang="en-US">
                <a:latin typeface="Arial"/>
                <a:ea typeface="Calibri" panose="020F0502020204030204" pitchFamily="34" charset="0"/>
                <a:cs typeface="Arial"/>
              </a:rPr>
              <a:t>the region’s families and workers.</a:t>
            </a:r>
            <a:endParaRPr lang="en-US" sz="1200">
              <a:effectLst/>
              <a:latin typeface="Arial"/>
              <a:ea typeface="Calibri" panose="020F0502020204030204" pitchFamily="34" charset="0"/>
              <a:cs typeface="Arial"/>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10</a:t>
            </a:fld>
            <a:endParaRPr lang="en-US"/>
          </a:p>
        </p:txBody>
      </p:sp>
    </p:spTree>
    <p:extLst>
      <p:ext uri="{BB962C8B-B14F-4D97-AF65-F5344CB8AC3E}">
        <p14:creationId xmlns:p14="http://schemas.microsoft.com/office/powerpoint/2010/main" val="889144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solidFill>
                  <a:srgbClr val="000000"/>
                </a:solidFill>
                <a:latin typeface="Arial"/>
                <a:cs typeface="Arial"/>
              </a:rPr>
              <a:t>More than 80</a:t>
            </a:r>
            <a:r>
              <a:rPr lang="en-US" sz="1800" b="0" i="0">
                <a:solidFill>
                  <a:srgbClr val="000000"/>
                </a:solidFill>
                <a:effectLst/>
                <a:latin typeface="Arial"/>
                <a:cs typeface="Arial"/>
              </a:rPr>
              <a:t>% of Central Ohioans enjoy a commute time of less than 35 minutes to </a:t>
            </a:r>
            <a:r>
              <a:rPr lang="en-US" sz="1800">
                <a:solidFill>
                  <a:srgbClr val="000000"/>
                </a:solidFill>
                <a:latin typeface="Arial"/>
                <a:cs typeface="Arial"/>
              </a:rPr>
              <a:t>work</a:t>
            </a:r>
            <a:r>
              <a:rPr lang="en-US" sz="1800" b="0" i="0">
                <a:solidFill>
                  <a:srgbClr val="000000"/>
                </a:solidFill>
                <a:effectLst/>
                <a:latin typeface="Arial"/>
                <a:cs typeface="Arial"/>
              </a:rPr>
              <a:t>. If communities wish to preserve this convenience as the region continues to grow, they must strive to develop housing near jobs and jobs near housing, locating new developments within close proximity to transit routes whenever practical. Thoughtful land use planning is also critical to improving air quality, reducing greenhouse gas emissions, and protecting our rivers and lakes from chemical runoff and stormwater impacts. </a:t>
            </a:r>
            <a:endParaRPr lang="en-US">
              <a:latin typeface="Arial"/>
              <a:cs typeface="Arial"/>
            </a:endParaRPr>
          </a:p>
        </p:txBody>
      </p:sp>
      <p:sp>
        <p:nvSpPr>
          <p:cNvPr id="4" name="Slide Number Placeholder 3"/>
          <p:cNvSpPr>
            <a:spLocks noGrp="1"/>
          </p:cNvSpPr>
          <p:nvPr>
            <p:ph type="sldNum" sz="quarter" idx="5"/>
          </p:nvPr>
        </p:nvSpPr>
        <p:spPr/>
        <p:txBody>
          <a:bodyPr/>
          <a:lstStyle/>
          <a:p>
            <a:fld id="{AA4067E1-A49F-46DB-B4A5-10A088313D44}" type="slidenum">
              <a:rPr lang="en-US" smtClean="0"/>
              <a:t>11</a:t>
            </a:fld>
            <a:endParaRPr lang="en-US"/>
          </a:p>
        </p:txBody>
      </p:sp>
    </p:spTree>
    <p:extLst>
      <p:ext uri="{BB962C8B-B14F-4D97-AF65-F5344CB8AC3E}">
        <p14:creationId xmlns:p14="http://schemas.microsoft.com/office/powerpoint/2010/main" val="37290509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3">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753235" y="-6689"/>
            <a:ext cx="7438766" cy="5579076"/>
          </a:xfrm>
          <a:prstGeom prst="rect">
            <a:avLst/>
          </a:prstGeom>
        </p:spPr>
      </p:pic>
      <p:sp>
        <p:nvSpPr>
          <p:cNvPr id="4" name="Title 1"/>
          <p:cNvSpPr>
            <a:spLocks noGrp="1"/>
          </p:cNvSpPr>
          <p:nvPr>
            <p:ph type="title" hasCustomPrompt="1"/>
          </p:nvPr>
        </p:nvSpPr>
        <p:spPr>
          <a:xfrm>
            <a:off x="265942" y="3832657"/>
            <a:ext cx="5525258" cy="1746421"/>
          </a:xfrm>
          <a:prstGeom prst="rect">
            <a:avLst/>
          </a:prstGeom>
        </p:spPr>
        <p:txBody>
          <a:bodyPr>
            <a:noAutofit/>
          </a:bodyPr>
          <a:lstStyle>
            <a:lvl1pPr>
              <a:defRPr sz="6000" b="1" baseline="0">
                <a:solidFill>
                  <a:srgbClr val="0075BF"/>
                </a:solidFill>
                <a:latin typeface="Arial" panose="020B0604020202020204" pitchFamily="34" charset="0"/>
                <a:cs typeface="Arial" panose="020B0604020202020204" pitchFamily="34" charset="0"/>
              </a:defRPr>
            </a:lvl1pPr>
          </a:lstStyle>
          <a:p>
            <a:r>
              <a:rPr lang="en-US"/>
              <a:t>TITLE TEXT </a:t>
            </a:r>
            <a:br>
              <a:rPr lang="en-US"/>
            </a:br>
            <a:r>
              <a:rPr lang="en-US"/>
              <a:t>GOES HERE</a:t>
            </a:r>
          </a:p>
        </p:txBody>
      </p:sp>
      <p:sp>
        <p:nvSpPr>
          <p:cNvPr id="6" name="Content Placeholder 3"/>
          <p:cNvSpPr>
            <a:spLocks noGrp="1"/>
          </p:cNvSpPr>
          <p:nvPr>
            <p:ph sz="half" idx="2" hasCustomPrompt="1"/>
          </p:nvPr>
        </p:nvSpPr>
        <p:spPr>
          <a:xfrm>
            <a:off x="265942" y="5668363"/>
            <a:ext cx="7436436" cy="980816"/>
          </a:xfrm>
          <a:prstGeom prst="rect">
            <a:avLst/>
          </a:prstGeom>
        </p:spPr>
        <p:txBody>
          <a:bodyPr>
            <a:normAutofit/>
          </a:bodyPr>
          <a:lstStyle>
            <a:lvl1pPr marL="0" indent="0">
              <a:buFontTx/>
              <a:buNone/>
              <a:defRPr sz="2800" baseline="0">
                <a:solidFill>
                  <a:schemeClr val="bg1">
                    <a:lumMod val="50000"/>
                  </a:schemeClr>
                </a:solidFill>
                <a:latin typeface="Arial" panose="020B0604020202020204" pitchFamily="34" charset="0"/>
                <a:cs typeface="Arial" panose="020B0604020202020204" pitchFamily="34" charset="0"/>
              </a:defRPr>
            </a:lvl1pPr>
            <a:lvl2pPr>
              <a:defRPr sz="2000">
                <a:solidFill>
                  <a:srgbClr val="34617A"/>
                </a:solidFill>
                <a:latin typeface="Arial" panose="020B0604020202020204" pitchFamily="34" charset="0"/>
                <a:cs typeface="Arial" panose="020B0604020202020204" pitchFamily="34" charset="0"/>
              </a:defRPr>
            </a:lvl2pPr>
            <a:lvl3pPr>
              <a:defRPr sz="2000">
                <a:solidFill>
                  <a:srgbClr val="2A7F67"/>
                </a:solidFill>
                <a:latin typeface="Arial" panose="020B0604020202020204" pitchFamily="34" charset="0"/>
                <a:cs typeface="Arial" panose="020B0604020202020204" pitchFamily="34" charset="0"/>
              </a:defRPr>
            </a:lvl3pPr>
            <a:lvl4pPr>
              <a:defRPr sz="2000">
                <a:solidFill>
                  <a:schemeClr val="bg2">
                    <a:lumMod val="50000"/>
                  </a:schemeClr>
                </a:solidFill>
                <a:latin typeface="Arial" panose="020B0604020202020204" pitchFamily="34" charset="0"/>
                <a:cs typeface="Arial" panose="020B0604020202020204" pitchFamily="34" charset="0"/>
              </a:defRPr>
            </a:lvl4pPr>
            <a:lvl5pPr>
              <a:defRPr sz="1800">
                <a:solidFill>
                  <a:schemeClr val="bg2">
                    <a:lumMod val="25000"/>
                  </a:schemeClr>
                </a:solidFill>
                <a:latin typeface="Arial" panose="020B0604020202020204" pitchFamily="34" charset="0"/>
                <a:cs typeface="Arial" panose="020B0604020202020204" pitchFamily="34" charset="0"/>
              </a:defRPr>
            </a:lvl5pPr>
          </a:lstStyle>
          <a:p>
            <a:pPr lvl="0"/>
            <a:r>
              <a:rPr lang="en-US"/>
              <a:t>Sub-text goes here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114269" y="5407621"/>
            <a:ext cx="3842790" cy="1329878"/>
          </a:xfrm>
          <a:prstGeom prst="rect">
            <a:avLst/>
          </a:prstGeom>
        </p:spPr>
      </p:pic>
    </p:spTree>
    <p:extLst>
      <p:ext uri="{BB962C8B-B14F-4D97-AF65-F5344CB8AC3E}">
        <p14:creationId xmlns:p14="http://schemas.microsoft.com/office/powerpoint/2010/main" val="410346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_Bottom Graphic_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00150"/>
            <a:ext cx="12192000" cy="5657850"/>
          </a:xfrm>
          <a:prstGeom prst="rect">
            <a:avLst/>
          </a:prstGeom>
        </p:spPr>
      </p:pic>
      <p:sp>
        <p:nvSpPr>
          <p:cNvPr id="4" name="Content Placeholder 3"/>
          <p:cNvSpPr>
            <a:spLocks noGrp="1"/>
          </p:cNvSpPr>
          <p:nvPr>
            <p:ph sz="half" idx="2"/>
          </p:nvPr>
        </p:nvSpPr>
        <p:spPr>
          <a:xfrm>
            <a:off x="193591" y="1087407"/>
            <a:ext cx="11785528" cy="4712031"/>
          </a:xfrm>
          <a:prstGeom prst="rect">
            <a:avLst/>
          </a:prstGeom>
        </p:spPr>
        <p:txBody>
          <a:bodyPr>
            <a:normAutofit/>
          </a:bodyPr>
          <a:lstStyle>
            <a:lvl1pPr>
              <a:defRPr sz="1800">
                <a:solidFill>
                  <a:schemeClr val="bg1">
                    <a:lumMod val="50000"/>
                  </a:schemeClr>
                </a:solidFill>
                <a:latin typeface="Arial" panose="020B0604020202020204" pitchFamily="34" charset="0"/>
                <a:cs typeface="Arial" panose="020B0604020202020204" pitchFamily="34" charset="0"/>
              </a:defRPr>
            </a:lvl1pPr>
            <a:lvl2pPr>
              <a:defRPr sz="1600">
                <a:solidFill>
                  <a:srgbClr val="34617A"/>
                </a:solidFill>
                <a:latin typeface="Arial" panose="020B0604020202020204" pitchFamily="34" charset="0"/>
                <a:cs typeface="Arial" panose="020B0604020202020204" pitchFamily="34" charset="0"/>
              </a:defRPr>
            </a:lvl2pPr>
            <a:lvl3pPr>
              <a:defRPr sz="1600">
                <a:solidFill>
                  <a:srgbClr val="2A7F67"/>
                </a:solidFill>
                <a:latin typeface="Arial" panose="020B0604020202020204" pitchFamily="34" charset="0"/>
                <a:cs typeface="Arial" panose="020B0604020202020204" pitchFamily="34" charset="0"/>
              </a:defRPr>
            </a:lvl3pPr>
            <a:lvl4pPr>
              <a:defRPr sz="1600">
                <a:solidFill>
                  <a:schemeClr val="bg2">
                    <a:lumMod val="50000"/>
                  </a:schemeClr>
                </a:solidFill>
                <a:latin typeface="Arial" panose="020B0604020202020204" pitchFamily="34" charset="0"/>
                <a:cs typeface="Arial" panose="020B0604020202020204" pitchFamily="34" charset="0"/>
              </a:defRPr>
            </a:lvl4pPr>
            <a:lvl5pPr>
              <a:defRPr sz="1800">
                <a:solidFill>
                  <a:schemeClr val="bg2">
                    <a:lumMod val="25000"/>
                  </a:schemeClr>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Title 1"/>
          <p:cNvSpPr>
            <a:spLocks noGrp="1"/>
          </p:cNvSpPr>
          <p:nvPr>
            <p:ph type="title" hasCustomPrompt="1"/>
          </p:nvPr>
        </p:nvSpPr>
        <p:spPr>
          <a:xfrm>
            <a:off x="193597" y="357167"/>
            <a:ext cx="8900983" cy="496923"/>
          </a:xfrm>
          <a:prstGeom prst="rect">
            <a:avLst/>
          </a:prstGeom>
        </p:spPr>
        <p:txBody>
          <a:bodyPr>
            <a:normAutofit/>
          </a:bodyPr>
          <a:lstStyle>
            <a:lvl1pPr>
              <a:defRPr sz="3200" b="1" baseline="0">
                <a:solidFill>
                  <a:srgbClr val="2A7F67"/>
                </a:solidFill>
                <a:latin typeface="Arial" panose="020B0604020202020204" pitchFamily="34" charset="0"/>
                <a:cs typeface="Arial" panose="020B0604020202020204" pitchFamily="34" charset="0"/>
              </a:defRPr>
            </a:lvl1pPr>
          </a:lstStyle>
          <a:p>
            <a:r>
              <a:rPr lang="en-US"/>
              <a:t>TITLE TEXT GOES HERE</a:t>
            </a: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324982" y="103811"/>
            <a:ext cx="2654137" cy="917585"/>
          </a:xfrm>
          <a:prstGeom prst="rect">
            <a:avLst/>
          </a:prstGeom>
        </p:spPr>
      </p:pic>
    </p:spTree>
    <p:extLst>
      <p:ext uri="{BB962C8B-B14F-4D97-AF65-F5344CB8AC3E}">
        <p14:creationId xmlns:p14="http://schemas.microsoft.com/office/powerpoint/2010/main" val="1900412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_Two Names">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4141" y="-16991"/>
            <a:ext cx="12266141" cy="6899704"/>
          </a:xfrm>
          <a:prstGeom prst="rect">
            <a:avLst/>
          </a:prstGeom>
        </p:spPr>
      </p:pic>
    </p:spTree>
    <p:extLst>
      <p:ext uri="{BB962C8B-B14F-4D97-AF65-F5344CB8AC3E}">
        <p14:creationId xmlns:p14="http://schemas.microsoft.com/office/powerpoint/2010/main" val="1301344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223340"/>
      </p:ext>
    </p:extLst>
  </p:cSld>
  <p:clrMap bg1="lt1" tx1="dk1" bg2="lt2" tx2="dk2" accent1="accent1" accent2="accent2" accent3="accent3" accent4="accent4" accent5="accent5" accent6="accent6" hlink="hlink" folHlink="folHlink"/>
  <p:sldLayoutIdLst>
    <p:sldLayoutId id="2147483651" r:id="rId1"/>
    <p:sldLayoutId id="2147483653" r:id="rId2"/>
    <p:sldLayoutId id="2147483671" r:id="rId3"/>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mailto:kcarr@morpc.org"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942" y="4362690"/>
            <a:ext cx="7696239" cy="989509"/>
          </a:xfrm>
        </p:spPr>
        <p:txBody>
          <a:bodyPr/>
          <a:lstStyle/>
          <a:p>
            <a:r>
              <a:rPr lang="en-US" sz="4400"/>
              <a:t>2024-2050 POPULATION FORECASTS</a:t>
            </a:r>
            <a:endParaRPr lang="en-US" sz="4400">
              <a:solidFill>
                <a:srgbClr val="34617A"/>
              </a:solidFill>
            </a:endParaRPr>
          </a:p>
        </p:txBody>
      </p:sp>
      <p:sp>
        <p:nvSpPr>
          <p:cNvPr id="3" name="Content Placeholder 2"/>
          <p:cNvSpPr>
            <a:spLocks noGrp="1"/>
          </p:cNvSpPr>
          <p:nvPr>
            <p:ph sz="half" idx="2"/>
          </p:nvPr>
        </p:nvSpPr>
        <p:spPr/>
        <p:txBody>
          <a:bodyPr>
            <a:normAutofit lnSpcReduction="10000"/>
          </a:bodyPr>
          <a:lstStyle/>
          <a:p>
            <a:r>
              <a:rPr lang="en-US"/>
              <a:t>Executive Committee</a:t>
            </a:r>
          </a:p>
          <a:p>
            <a:r>
              <a:rPr lang="en-US"/>
              <a:t>February 2, 2023</a:t>
            </a:r>
          </a:p>
        </p:txBody>
      </p:sp>
    </p:spTree>
    <p:extLst>
      <p:ext uri="{BB962C8B-B14F-4D97-AF65-F5344CB8AC3E}">
        <p14:creationId xmlns:p14="http://schemas.microsoft.com/office/powerpoint/2010/main" val="2928470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15-COUNTY REGION (0.89% CAGR)</a:t>
            </a:r>
          </a:p>
        </p:txBody>
      </p:sp>
      <p:graphicFrame>
        <p:nvGraphicFramePr>
          <p:cNvPr id="5" name="Chart 4">
            <a:extLst>
              <a:ext uri="{FF2B5EF4-FFF2-40B4-BE49-F238E27FC236}">
                <a16:creationId xmlns:a16="http://schemas.microsoft.com/office/drawing/2014/main" id="{950E6B9F-6DB3-45E6-8B53-6A1EF5C0C20D}"/>
              </a:ext>
            </a:extLst>
          </p:cNvPr>
          <p:cNvGraphicFramePr>
            <a:graphicFrameLocks/>
          </p:cNvGraphicFramePr>
          <p:nvPr>
            <p:extLst>
              <p:ext uri="{D42A27DB-BD31-4B8C-83A1-F6EECF244321}">
                <p14:modId xmlns:p14="http://schemas.microsoft.com/office/powerpoint/2010/main" val="3272848492"/>
              </p:ext>
            </p:extLst>
          </p:nvPr>
        </p:nvGraphicFramePr>
        <p:xfrm>
          <a:off x="1938528"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7872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15-COUNTY REGION GROWTH</a:t>
            </a:r>
          </a:p>
        </p:txBody>
      </p:sp>
      <p:graphicFrame>
        <p:nvGraphicFramePr>
          <p:cNvPr id="4" name="Chart 3">
            <a:extLst>
              <a:ext uri="{FF2B5EF4-FFF2-40B4-BE49-F238E27FC236}">
                <a16:creationId xmlns:a16="http://schemas.microsoft.com/office/drawing/2014/main" id="{7CC8C5DC-3743-9F4E-868B-4EC9E6C63D5E}"/>
              </a:ext>
            </a:extLst>
          </p:cNvPr>
          <p:cNvGraphicFramePr>
            <a:graphicFrameLocks/>
          </p:cNvGraphicFramePr>
          <p:nvPr/>
        </p:nvGraphicFramePr>
        <p:xfrm>
          <a:off x="552771" y="1185707"/>
          <a:ext cx="11086457" cy="47126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9486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FRANKLIN COUNTY (0.80% CAGR)</a:t>
            </a:r>
          </a:p>
        </p:txBody>
      </p:sp>
      <p:graphicFrame>
        <p:nvGraphicFramePr>
          <p:cNvPr id="6" name="Chart 5">
            <a:extLst>
              <a:ext uri="{FF2B5EF4-FFF2-40B4-BE49-F238E27FC236}">
                <a16:creationId xmlns:a16="http://schemas.microsoft.com/office/drawing/2014/main" id="{60CF5A35-6E93-47C2-B08B-24DC28C02007}"/>
              </a:ext>
            </a:extLst>
          </p:cNvPr>
          <p:cNvGraphicFramePr>
            <a:graphicFrameLocks/>
          </p:cNvGraphicFramePr>
          <p:nvPr>
            <p:extLst>
              <p:ext uri="{D42A27DB-BD31-4B8C-83A1-F6EECF244321}">
                <p14:modId xmlns:p14="http://schemas.microsoft.com/office/powerpoint/2010/main" val="2294985145"/>
              </p:ext>
            </p:extLst>
          </p:nvPr>
        </p:nvGraphicFramePr>
        <p:xfrm>
          <a:off x="1938528"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73700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DELAWARE COUNTY (2.05% CAGR)</a:t>
            </a:r>
          </a:p>
        </p:txBody>
      </p:sp>
      <p:graphicFrame>
        <p:nvGraphicFramePr>
          <p:cNvPr id="5" name="Chart 4">
            <a:extLst>
              <a:ext uri="{FF2B5EF4-FFF2-40B4-BE49-F238E27FC236}">
                <a16:creationId xmlns:a16="http://schemas.microsoft.com/office/drawing/2014/main" id="{3B30C372-5AC2-47B4-B350-D58990FEAA81}"/>
              </a:ext>
            </a:extLst>
          </p:cNvPr>
          <p:cNvGraphicFramePr>
            <a:graphicFrameLocks noChangeAspect="1"/>
          </p:cNvGraphicFramePr>
          <p:nvPr>
            <p:extLst>
              <p:ext uri="{D42A27DB-BD31-4B8C-83A1-F6EECF244321}">
                <p14:modId xmlns:p14="http://schemas.microsoft.com/office/powerpoint/2010/main" val="277742072"/>
              </p:ext>
            </p:extLst>
          </p:nvPr>
        </p:nvGraphicFramePr>
        <p:xfrm>
          <a:off x="1935480" y="1046238"/>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57455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UNION COUNTY (1.38% CAGR)</a:t>
            </a:r>
          </a:p>
        </p:txBody>
      </p:sp>
      <p:graphicFrame>
        <p:nvGraphicFramePr>
          <p:cNvPr id="6" name="Chart 5">
            <a:extLst>
              <a:ext uri="{FF2B5EF4-FFF2-40B4-BE49-F238E27FC236}">
                <a16:creationId xmlns:a16="http://schemas.microsoft.com/office/drawing/2014/main" id="{B4D2290D-DFB7-4281-85AF-0BFFF3B8E379}"/>
              </a:ext>
            </a:extLst>
          </p:cNvPr>
          <p:cNvGraphicFramePr>
            <a:graphicFrameLocks/>
          </p:cNvGraphicFramePr>
          <p:nvPr>
            <p:extLst>
              <p:ext uri="{D42A27DB-BD31-4B8C-83A1-F6EECF244321}">
                <p14:modId xmlns:p14="http://schemas.microsoft.com/office/powerpoint/2010/main" val="3184154820"/>
              </p:ext>
            </p:extLst>
          </p:nvPr>
        </p:nvGraphicFramePr>
        <p:xfrm>
          <a:off x="1938528"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4802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PICKAWAY COUNTY (1.03% CAGR)</a:t>
            </a:r>
          </a:p>
        </p:txBody>
      </p:sp>
      <p:graphicFrame>
        <p:nvGraphicFramePr>
          <p:cNvPr id="2" name="Chart 1">
            <a:extLst>
              <a:ext uri="{FF2B5EF4-FFF2-40B4-BE49-F238E27FC236}">
                <a16:creationId xmlns:a16="http://schemas.microsoft.com/office/drawing/2014/main" id="{FCD32FBE-8F81-409C-B182-7D93E0798A8B}"/>
              </a:ext>
            </a:extLst>
          </p:cNvPr>
          <p:cNvGraphicFramePr>
            <a:graphicFrameLocks/>
          </p:cNvGraphicFramePr>
          <p:nvPr>
            <p:extLst>
              <p:ext uri="{D42A27DB-BD31-4B8C-83A1-F6EECF244321}">
                <p14:modId xmlns:p14="http://schemas.microsoft.com/office/powerpoint/2010/main" val="420877662"/>
              </p:ext>
            </p:extLst>
          </p:nvPr>
        </p:nvGraphicFramePr>
        <p:xfrm>
          <a:off x="1975104"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97760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47F727-15DF-5E2F-573A-716C57E489F0}"/>
              </a:ext>
            </a:extLst>
          </p:cNvPr>
          <p:cNvSpPr>
            <a:spLocks noGrp="1"/>
          </p:cNvSpPr>
          <p:nvPr>
            <p:ph type="title"/>
          </p:nvPr>
        </p:nvSpPr>
        <p:spPr/>
        <p:txBody>
          <a:bodyPr>
            <a:normAutofit fontScale="90000"/>
          </a:bodyPr>
          <a:lstStyle/>
          <a:p>
            <a:r>
              <a:rPr lang="en-US"/>
              <a:t>LICKING COUNTY (0.93% CAGR)</a:t>
            </a:r>
          </a:p>
        </p:txBody>
      </p:sp>
      <p:graphicFrame>
        <p:nvGraphicFramePr>
          <p:cNvPr id="2" name="Chart 1">
            <a:extLst>
              <a:ext uri="{FF2B5EF4-FFF2-40B4-BE49-F238E27FC236}">
                <a16:creationId xmlns:a16="http://schemas.microsoft.com/office/drawing/2014/main" id="{912AED01-4B01-4FA1-AE85-B1CE94B733A5}"/>
              </a:ext>
            </a:extLst>
          </p:cNvPr>
          <p:cNvGraphicFramePr>
            <a:graphicFrameLocks/>
          </p:cNvGraphicFramePr>
          <p:nvPr>
            <p:extLst>
              <p:ext uri="{D42A27DB-BD31-4B8C-83A1-F6EECF244321}">
                <p14:modId xmlns:p14="http://schemas.microsoft.com/office/powerpoint/2010/main" val="4123270056"/>
              </p:ext>
            </p:extLst>
          </p:nvPr>
        </p:nvGraphicFramePr>
        <p:xfrm>
          <a:off x="1975104" y="1042416"/>
          <a:ext cx="8321040" cy="5120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67748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D6490A-6C71-4675-E9AE-D347BC1B9035}"/>
              </a:ext>
            </a:extLst>
          </p:cNvPr>
          <p:cNvSpPr>
            <a:spLocks noGrp="1"/>
          </p:cNvSpPr>
          <p:nvPr>
            <p:ph type="title"/>
          </p:nvPr>
        </p:nvSpPr>
        <p:spPr/>
        <p:txBody>
          <a:bodyPr>
            <a:normAutofit fontScale="90000"/>
          </a:bodyPr>
          <a:lstStyle/>
          <a:p>
            <a:r>
              <a:rPr lang="en-US"/>
              <a:t>POPULATION GROWTH MAKE-UP</a:t>
            </a:r>
          </a:p>
        </p:txBody>
      </p:sp>
      <p:pic>
        <p:nvPicPr>
          <p:cNvPr id="2050" name="Picture 2" descr="2,475 Diverse Family Moving Boxes Stock Photos, Pictures &amp; Royalty-Free  Images - iStock">
            <a:extLst>
              <a:ext uri="{FF2B5EF4-FFF2-40B4-BE49-F238E27FC236}">
                <a16:creationId xmlns:a16="http://schemas.microsoft.com/office/drawing/2014/main" id="{0B2B1967-1798-B882-DA13-4FB9E62C6E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341" b="13544"/>
          <a:stretch/>
        </p:blipFill>
        <p:spPr bwMode="auto">
          <a:xfrm>
            <a:off x="1206854" y="1208652"/>
            <a:ext cx="4062876" cy="46386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aby Clothes | Carter's | Free Shipping">
            <a:extLst>
              <a:ext uri="{FF2B5EF4-FFF2-40B4-BE49-F238E27FC236}">
                <a16:creationId xmlns:a16="http://schemas.microsoft.com/office/drawing/2014/main" id="{5E994B8B-3137-D34F-5ECA-B928C8838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82128"/>
            <a:ext cx="4372315" cy="4091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34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DD474E-F6F5-669D-173E-4F27F67F2FE2}"/>
              </a:ext>
            </a:extLst>
          </p:cNvPr>
          <p:cNvSpPr>
            <a:spLocks noGrp="1"/>
          </p:cNvSpPr>
          <p:nvPr>
            <p:ph type="title"/>
          </p:nvPr>
        </p:nvSpPr>
        <p:spPr/>
        <p:txBody>
          <a:bodyPr>
            <a:normAutofit fontScale="90000"/>
          </a:bodyPr>
          <a:lstStyle/>
          <a:p>
            <a:r>
              <a:rPr lang="en-US"/>
              <a:t>HOUSING NEED CONTINUES</a:t>
            </a:r>
          </a:p>
        </p:txBody>
      </p:sp>
      <p:pic>
        <p:nvPicPr>
          <p:cNvPr id="3074" name="Picture 2" descr="Affordable Housing - RISE Healthy Housing and Support Services">
            <a:extLst>
              <a:ext uri="{FF2B5EF4-FFF2-40B4-BE49-F238E27FC236}">
                <a16:creationId xmlns:a16="http://schemas.microsoft.com/office/drawing/2014/main" id="{324485B9-FFE6-1DCA-F138-28E0BFDC7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49" y="2085725"/>
            <a:ext cx="11344501" cy="295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776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E0B445-487C-B070-F0EC-FDF062917855}"/>
              </a:ext>
            </a:extLst>
          </p:cNvPr>
          <p:cNvSpPr>
            <a:spLocks noGrp="1"/>
          </p:cNvSpPr>
          <p:nvPr>
            <p:ph type="title"/>
          </p:nvPr>
        </p:nvSpPr>
        <p:spPr/>
        <p:txBody>
          <a:bodyPr>
            <a:normAutofit fontScale="90000"/>
          </a:bodyPr>
          <a:lstStyle/>
          <a:p>
            <a:r>
              <a:rPr lang="en-US"/>
              <a:t>COMMUTING TIMES &amp; PATTERNS</a:t>
            </a:r>
          </a:p>
        </p:txBody>
      </p:sp>
      <p:pic>
        <p:nvPicPr>
          <p:cNvPr id="6" name="Picture 5" descr="Chart, map&#10;&#10;Description automatically generated">
            <a:extLst>
              <a:ext uri="{FF2B5EF4-FFF2-40B4-BE49-F238E27FC236}">
                <a16:creationId xmlns:a16="http://schemas.microsoft.com/office/drawing/2014/main" id="{1B7B6537-0257-FB1A-0F03-CC50D57E6E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791" y="854090"/>
            <a:ext cx="8194577" cy="5302373"/>
          </a:xfrm>
          <a:prstGeom prst="rect">
            <a:avLst/>
          </a:prstGeom>
        </p:spPr>
      </p:pic>
    </p:spTree>
    <p:extLst>
      <p:ext uri="{BB962C8B-B14F-4D97-AF65-F5344CB8AC3E}">
        <p14:creationId xmlns:p14="http://schemas.microsoft.com/office/powerpoint/2010/main" val="2437477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2796" y="1560553"/>
            <a:ext cx="6434659" cy="2123658"/>
          </a:xfrm>
          <a:prstGeom prst="rect">
            <a:avLst/>
          </a:prstGeom>
          <a:noFill/>
        </p:spPr>
        <p:txBody>
          <a:bodyPr wrap="square" rtlCol="0">
            <a:spAutoFit/>
          </a:bodyPr>
          <a:lstStyle/>
          <a:p>
            <a:r>
              <a:rPr lang="en-US" sz="2400" b="1">
                <a:solidFill>
                  <a:srgbClr val="046782"/>
                </a:solidFill>
                <a:latin typeface="Arial" panose="020B0604020202020204" pitchFamily="34" charset="0"/>
                <a:cs typeface="Arial" panose="020B0604020202020204" pitchFamily="34" charset="0"/>
              </a:rPr>
              <a:t>Kerstin Carr</a:t>
            </a:r>
          </a:p>
          <a:p>
            <a:r>
              <a:rPr lang="en-US" i="1">
                <a:solidFill>
                  <a:schemeClr val="bg1">
                    <a:lumMod val="50000"/>
                  </a:schemeClr>
                </a:solidFill>
                <a:latin typeface="Arial" panose="020B0604020202020204" pitchFamily="34" charset="0"/>
                <a:cs typeface="Arial" panose="020B0604020202020204" pitchFamily="34" charset="0"/>
              </a:rPr>
              <a:t>Chief Regional Strategy Officer &amp; Senior Director of Planning</a:t>
            </a:r>
          </a:p>
          <a:p>
            <a:r>
              <a:rPr lang="en-US" b="1">
                <a:solidFill>
                  <a:schemeClr val="bg1">
                    <a:lumMod val="50000"/>
                  </a:schemeClr>
                </a:solidFill>
                <a:latin typeface="Arial" panose="020B0604020202020204" pitchFamily="34" charset="0"/>
                <a:cs typeface="Arial" panose="020B0604020202020204" pitchFamily="34" charset="0"/>
              </a:rPr>
              <a:t>Mid-Ohio Regional Planning Commission</a:t>
            </a:r>
            <a:br>
              <a:rPr lang="en-US">
                <a:solidFill>
                  <a:schemeClr val="bg1">
                    <a:lumMod val="50000"/>
                  </a:schemeClr>
                </a:solidFill>
                <a:latin typeface="Arial" panose="020B0604020202020204" pitchFamily="34" charset="0"/>
                <a:cs typeface="Arial" panose="020B0604020202020204" pitchFamily="34" charset="0"/>
              </a:rPr>
            </a:br>
            <a:r>
              <a:rPr lang="en-US" b="1">
                <a:solidFill>
                  <a:srgbClr val="459B48"/>
                </a:solidFill>
                <a:latin typeface="Arial" panose="020B0604020202020204" pitchFamily="34" charset="0"/>
                <a:cs typeface="Arial" panose="020B0604020202020204" pitchFamily="34" charset="0"/>
              </a:rPr>
              <a:t>T</a:t>
            </a:r>
            <a:r>
              <a:rPr lang="en-US">
                <a:solidFill>
                  <a:srgbClr val="459B48"/>
                </a:solidFill>
                <a:latin typeface="Arial" panose="020B0604020202020204" pitchFamily="34" charset="0"/>
                <a:cs typeface="Arial" panose="020B0604020202020204" pitchFamily="34" charset="0"/>
              </a:rPr>
              <a:t>: </a:t>
            </a:r>
            <a:r>
              <a:rPr lang="en-US">
                <a:solidFill>
                  <a:schemeClr val="bg1">
                    <a:lumMod val="50000"/>
                  </a:schemeClr>
                </a:solidFill>
                <a:latin typeface="Arial" panose="020B0604020202020204" pitchFamily="34" charset="0"/>
                <a:cs typeface="Arial" panose="020B0604020202020204" pitchFamily="34" charset="0"/>
              </a:rPr>
              <a:t>614.233.4163</a:t>
            </a:r>
          </a:p>
          <a:p>
            <a:r>
              <a:rPr lang="en-US">
                <a:solidFill>
                  <a:schemeClr val="bg1">
                    <a:lumMod val="50000"/>
                  </a:schemeClr>
                </a:solidFill>
                <a:latin typeface="Arial" panose="020B0604020202020204" pitchFamily="34" charset="0"/>
                <a:cs typeface="Arial" panose="020B0604020202020204" pitchFamily="34" charset="0"/>
                <a:hlinkClick r:id="rId2"/>
              </a:rPr>
              <a:t>kcarr@morpc.org</a:t>
            </a:r>
            <a:endParaRPr lang="en-US">
              <a:solidFill>
                <a:schemeClr val="bg1">
                  <a:lumMod val="50000"/>
                </a:schemeClr>
              </a:solidFill>
              <a:latin typeface="Arial" panose="020B0604020202020204" pitchFamily="34" charset="0"/>
              <a:cs typeface="Arial" panose="020B0604020202020204" pitchFamily="34" charset="0"/>
            </a:endParaRPr>
          </a:p>
          <a:p>
            <a:r>
              <a:rPr lang="en-US">
                <a:solidFill>
                  <a:schemeClr val="bg1">
                    <a:lumMod val="50000"/>
                  </a:schemeClr>
                </a:solidFill>
                <a:latin typeface="Arial" panose="020B0604020202020204" pitchFamily="34" charset="0"/>
                <a:cs typeface="Arial" panose="020B0604020202020204" pitchFamily="34" charset="0"/>
              </a:rPr>
              <a:t>111 Liberty Street, Suite 100</a:t>
            </a:r>
          </a:p>
          <a:p>
            <a:r>
              <a:rPr lang="en-US">
                <a:solidFill>
                  <a:schemeClr val="bg1">
                    <a:lumMod val="50000"/>
                  </a:schemeClr>
                </a:solidFill>
                <a:latin typeface="Arial" panose="020B0604020202020204" pitchFamily="34" charset="0"/>
                <a:cs typeface="Arial" panose="020B0604020202020204" pitchFamily="34" charset="0"/>
              </a:rPr>
              <a:t>Columbus, OH 43215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96" y="3961210"/>
            <a:ext cx="2366906" cy="819117"/>
          </a:xfrm>
          <a:prstGeom prst="rect">
            <a:avLst/>
          </a:prstGeom>
        </p:spPr>
      </p:pic>
    </p:spTree>
    <p:extLst>
      <p:ext uri="{BB962C8B-B14F-4D97-AF65-F5344CB8AC3E}">
        <p14:creationId xmlns:p14="http://schemas.microsoft.com/office/powerpoint/2010/main" val="3709496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26F5E1730EC8468E227597D8DF024F" ma:contentTypeVersion="11" ma:contentTypeDescription="Create a new document." ma:contentTypeScope="" ma:versionID="72782e500d8fbfcf92202ba2cc8b3497">
  <xsd:schema xmlns:xsd="http://www.w3.org/2001/XMLSchema" xmlns:xs="http://www.w3.org/2001/XMLSchema" xmlns:p="http://schemas.microsoft.com/office/2006/metadata/properties" xmlns:ns2="c31f3489-9407-47a6-b6bf-042d71feffea" xmlns:ns3="404c7e58-8a52-409c-9a84-2587b77960a1" targetNamespace="http://schemas.microsoft.com/office/2006/metadata/properties" ma:root="true" ma:fieldsID="d173d8a2f4b95442fdfcac27bd1e5051" ns2:_="" ns3:_="">
    <xsd:import namespace="c31f3489-9407-47a6-b6bf-042d71feffea"/>
    <xsd:import namespace="404c7e58-8a52-409c-9a84-2587b77960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1f3489-9407-47a6-b6bf-042d71feff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04c7e58-8a52-409c-9a84-2587b77960a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F554EAD-43FC-4991-B99A-427000192146}">
  <ds:schemaRefs>
    <ds:schemaRef ds:uri="404c7e58-8a52-409c-9a84-2587b77960a1"/>
    <ds:schemaRef ds:uri="c31f3489-9407-47a6-b6bf-042d71feff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5A84BFE-65DE-43AE-9367-4343C9C926C3}">
  <ds:schemaRefs>
    <ds:schemaRef ds:uri="404c7e58-8a52-409c-9a84-2587b77960a1"/>
    <ds:schemaRef ds:uri="c31f3489-9407-47a6-b6bf-042d71feff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8DBF31A-CA65-4C94-857F-4ED7E0B354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2024-2050 POPULATION FORECASTS</vt:lpstr>
      <vt:lpstr>15-COUNTY REGION (0.89% CAGR)</vt:lpstr>
      <vt:lpstr>15-COUNTY REGION GROWTH</vt:lpstr>
      <vt:lpstr>FRANKLIN COUNTY (0.80% CAGR)</vt:lpstr>
      <vt:lpstr>DELAWARE COUNTY (2.05% CAGR)</vt:lpstr>
      <vt:lpstr>UNION COUNTY (1.38% CAGR)</vt:lpstr>
      <vt:lpstr>PICKAWAY COUNTY (1.03% CAGR)</vt:lpstr>
      <vt:lpstr>LICKING COUNTY (0.93% CAGR)</vt:lpstr>
      <vt:lpstr>POPULATION GROWTH MAKE-UP</vt:lpstr>
      <vt:lpstr>HOUSING NEED CONTINUES</vt:lpstr>
      <vt:lpstr>COMMUTING TIMES &amp; PATTERNS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Hannah Schumick</dc:creator>
  <cp:revision>18</cp:revision>
  <dcterms:created xsi:type="dcterms:W3CDTF">2019-01-28T15:35:07Z</dcterms:created>
  <dcterms:modified xsi:type="dcterms:W3CDTF">2023-02-02T17:58:57Z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0x010100A526F5E1730EC8468E227597D8DF024F</vt:lpwstr>
  </property>
</Properties>
</file>