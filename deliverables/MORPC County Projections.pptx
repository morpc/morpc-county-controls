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theme/themeOverride12.xml" ContentType="application/vnd.openxmlformats-officedocument.themeOverride+xml"/>
  <Override PartName="/ppt/charts/chart13.xml" ContentType="application/vnd.openxmlformats-officedocument.drawingml.chart+xml"/>
  <Override PartName="/ppt/theme/themeOverride13.xml" ContentType="application/vnd.openxmlformats-officedocument.themeOverride+xml"/>
  <Override PartName="/ppt/charts/chart14.xml" ContentType="application/vnd.openxmlformats-officedocument.drawingml.chart+xml"/>
  <Override PartName="/ppt/theme/themeOverride14.xml" ContentType="application/vnd.openxmlformats-officedocument.themeOverride+xml"/>
  <Override PartName="/ppt/charts/chart15.xml" ContentType="application/vnd.openxmlformats-officedocument.drawingml.chart+xml"/>
  <Override PartName="/ppt/theme/themeOverride15.xml" ContentType="application/vnd.openxmlformats-officedocument.themeOverride+xml"/>
  <Override PartName="/ppt/charts/chart16.xml" ContentType="application/vnd.openxmlformats-officedocument.drawingml.chart+xml"/>
  <Override PartName="/ppt/theme/themeOverride16.xml" ContentType="application/vnd.openxmlformats-officedocument.themeOverride+xml"/>
  <Override PartName="/ppt/charts/chart17.xml" ContentType="application/vnd.openxmlformats-officedocument.drawingml.chart+xml"/>
  <Override PartName="/ppt/theme/themeOverride17.xml" ContentType="application/vnd.openxmlformats-officedocument.themeOverride+xml"/>
  <Override PartName="/ppt/charts/chart18.xml" ContentType="application/vnd.openxmlformats-officedocument.drawingml.chart+xml"/>
  <Override PartName="/ppt/theme/themeOverride18.xml" ContentType="application/vnd.openxmlformats-officedocument.themeOverride+xml"/>
  <Override PartName="/ppt/charts/chart19.xml" ContentType="application/vnd.openxmlformats-officedocument.drawingml.chart+xml"/>
  <Override PartName="/ppt/theme/themeOverride19.xml" ContentType="application/vnd.openxmlformats-officedocument.themeOverride+xml"/>
  <Override PartName="/ppt/charts/chart20.xml" ContentType="application/vnd.openxmlformats-officedocument.drawingml.chart+xml"/>
  <Override PartName="/ppt/theme/themeOverride20.xml" ContentType="application/vnd.openxmlformats-officedocument.themeOverride+xml"/>
  <Override PartName="/ppt/charts/chart21.xml" ContentType="application/vnd.openxmlformats-officedocument.drawingml.chart+xml"/>
  <Override PartName="/ppt/theme/themeOverride21.xml" ContentType="application/vnd.openxmlformats-officedocument.themeOverride+xml"/>
  <Override PartName="/ppt/charts/chart22.xml" ContentType="application/vnd.openxmlformats-officedocument.drawingml.chart+xml"/>
  <Override PartName="/ppt/theme/themeOverride22.xml" ContentType="application/vnd.openxmlformats-officedocument.themeOverride+xml"/>
  <Override PartName="/ppt/charts/chart23.xml" ContentType="application/vnd.openxmlformats-officedocument.drawingml.chart+xml"/>
  <Override PartName="/ppt/theme/themeOverride2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sldIdLst>
    <p:sldId id="2696" r:id="rId5"/>
    <p:sldId id="2698" r:id="rId6"/>
    <p:sldId id="2721" r:id="rId7"/>
    <p:sldId id="2699" r:id="rId8"/>
    <p:sldId id="2722" r:id="rId9"/>
    <p:sldId id="2700" r:id="rId10"/>
    <p:sldId id="2723" r:id="rId11"/>
    <p:sldId id="2701" r:id="rId12"/>
    <p:sldId id="2724" r:id="rId13"/>
    <p:sldId id="2702" r:id="rId14"/>
    <p:sldId id="2725" r:id="rId15"/>
    <p:sldId id="2703" r:id="rId16"/>
    <p:sldId id="2726" r:id="rId17"/>
    <p:sldId id="2704" r:id="rId18"/>
    <p:sldId id="2727" r:id="rId19"/>
    <p:sldId id="2705" r:id="rId20"/>
    <p:sldId id="2728" r:id="rId21"/>
    <p:sldId id="2706" r:id="rId22"/>
    <p:sldId id="2729" r:id="rId23"/>
    <p:sldId id="2707" r:id="rId24"/>
    <p:sldId id="2730" r:id="rId25"/>
    <p:sldId id="2708" r:id="rId26"/>
    <p:sldId id="2731" r:id="rId27"/>
    <p:sldId id="2709" r:id="rId28"/>
    <p:sldId id="2732" r:id="rId29"/>
    <p:sldId id="2710" r:id="rId30"/>
    <p:sldId id="2733" r:id="rId31"/>
    <p:sldId id="2711" r:id="rId32"/>
    <p:sldId id="2734" r:id="rId33"/>
    <p:sldId id="2712" r:id="rId34"/>
    <p:sldId id="2735" r:id="rId35"/>
    <p:sldId id="2713" r:id="rId36"/>
    <p:sldId id="2736" r:id="rId37"/>
    <p:sldId id="2714" r:id="rId38"/>
    <p:sldId id="2737" r:id="rId39"/>
    <p:sldId id="2715" r:id="rId40"/>
    <p:sldId id="2738" r:id="rId41"/>
    <p:sldId id="2716" r:id="rId42"/>
    <p:sldId id="2739" r:id="rId43"/>
    <p:sldId id="2717" r:id="rId44"/>
    <p:sldId id="2740" r:id="rId45"/>
    <p:sldId id="2718" r:id="rId46"/>
    <p:sldId id="2741" r:id="rId47"/>
    <p:sldId id="2719" r:id="rId48"/>
    <p:sldId id="2742" r:id="rId49"/>
    <p:sldId id="2720" r:id="rId50"/>
    <p:sldId id="274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54723B-545D-40E6-BF5F-95EED73E44A6}" v="96" dt="2026-07-30T15:41:03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m Porr" userId="176b239e-e1e8-4fc8-9bbc-5d53f6ce273d" providerId="ADAL" clId="{DFB54312-AE8C-4EE7-AD0F-90252FC88277}"/>
    <pc:docChg chg="custSel addSld delSld modSld">
      <pc:chgData name="Adam Porr" userId="176b239e-e1e8-4fc8-9bbc-5d53f6ce273d" providerId="ADAL" clId="{DFB54312-AE8C-4EE7-AD0F-90252FC88277}" dt="2026-07-30T15:48:20.820" v="228" actId="1076"/>
      <pc:docMkLst>
        <pc:docMk/>
      </pc:docMkLst>
      <pc:sldChg chg="addSp delSp modSp mod">
        <pc:chgData name="Adam Porr" userId="176b239e-e1e8-4fc8-9bbc-5d53f6ce273d" providerId="ADAL" clId="{DFB54312-AE8C-4EE7-AD0F-90252FC88277}" dt="2026-07-30T15:36:05.375" v="11" actId="1076"/>
        <pc:sldMkLst>
          <pc:docMk/>
          <pc:sldMk cId="268520736" sldId="2698"/>
        </pc:sldMkLst>
        <pc:graphicFrameChg chg="add mod">
          <ac:chgData name="Adam Porr" userId="176b239e-e1e8-4fc8-9bbc-5d53f6ce273d" providerId="ADAL" clId="{DFB54312-AE8C-4EE7-AD0F-90252FC88277}" dt="2026-07-30T15:35:47.736" v="6"/>
          <ac:graphicFrameMkLst>
            <pc:docMk/>
            <pc:sldMk cId="268520736" sldId="2698"/>
            <ac:graphicFrameMk id="2" creationId="{00000000-0008-0000-00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36:05.375" v="11" actId="1076"/>
          <ac:graphicFrameMkLst>
            <pc:docMk/>
            <pc:sldMk cId="268520736" sldId="2698"/>
            <ac:graphicFrameMk id="3" creationId="{00000000-0008-0000-0000-000002000000}"/>
          </ac:graphicFrameMkLst>
        </pc:graphicFrameChg>
        <pc:graphicFrameChg chg="del mod">
          <ac:chgData name="Adam Porr" userId="176b239e-e1e8-4fc8-9bbc-5d53f6ce273d" providerId="ADAL" clId="{DFB54312-AE8C-4EE7-AD0F-90252FC88277}" dt="2026-07-30T15:35:25.269" v="3" actId="478"/>
          <ac:graphicFrameMkLst>
            <pc:docMk/>
            <pc:sldMk cId="268520736" sldId="2698"/>
            <ac:graphicFrameMk id="4" creationId="{00000000-0008-0000-0000-000002000000}"/>
          </ac:graphicFrameMkLst>
        </pc:graphicFrameChg>
      </pc:sldChg>
      <pc:sldChg chg="addSp delSp modSp new mod">
        <pc:chgData name="Adam Porr" userId="176b239e-e1e8-4fc8-9bbc-5d53f6ce273d" providerId="ADAL" clId="{DFB54312-AE8C-4EE7-AD0F-90252FC88277}" dt="2026-07-30T15:41:25.031" v="160" actId="1076"/>
        <pc:sldMkLst>
          <pc:docMk/>
          <pc:sldMk cId="3263190862" sldId="2699"/>
        </pc:sldMkLst>
        <pc:spChg chg="del">
          <ac:chgData name="Adam Porr" userId="176b239e-e1e8-4fc8-9bbc-5d53f6ce273d" providerId="ADAL" clId="{DFB54312-AE8C-4EE7-AD0F-90252FC88277}" dt="2026-07-30T15:36:11.896" v="13" actId="478"/>
          <ac:spMkLst>
            <pc:docMk/>
            <pc:sldMk cId="3263190862" sldId="2699"/>
            <ac:spMk id="2" creationId="{1BF4424F-4D93-B601-7DE3-BF8DA9EABDCE}"/>
          </ac:spMkLst>
        </pc:spChg>
        <pc:graphicFrameChg chg="add mod">
          <ac:chgData name="Adam Porr" userId="176b239e-e1e8-4fc8-9bbc-5d53f6ce273d" providerId="ADAL" clId="{DFB54312-AE8C-4EE7-AD0F-90252FC88277}" dt="2026-07-30T15:36:32.436" v="35"/>
          <ac:graphicFrameMkLst>
            <pc:docMk/>
            <pc:sldMk cId="3263190862" sldId="2699"/>
            <ac:graphicFrameMk id="3" creationId="{00000000-0008-0000-01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1:25.031" v="160" actId="1076"/>
          <ac:graphicFrameMkLst>
            <pc:docMk/>
            <pc:sldMk cId="3263190862" sldId="2699"/>
            <ac:graphicFrameMk id="4" creationId="{00000000-0008-0000-01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1:47.301" v="163" actId="1076"/>
        <pc:sldMkLst>
          <pc:docMk/>
          <pc:sldMk cId="2186728268" sldId="2700"/>
        </pc:sldMkLst>
        <pc:graphicFrameChg chg="add mod">
          <ac:chgData name="Adam Porr" userId="176b239e-e1e8-4fc8-9bbc-5d53f6ce273d" providerId="ADAL" clId="{DFB54312-AE8C-4EE7-AD0F-90252FC88277}" dt="2026-07-30T15:36:47.996" v="40"/>
          <ac:graphicFrameMkLst>
            <pc:docMk/>
            <pc:sldMk cId="2186728268" sldId="2700"/>
            <ac:graphicFrameMk id="2" creationId="{00000000-0008-0000-02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1:47.301" v="163" actId="1076"/>
          <ac:graphicFrameMkLst>
            <pc:docMk/>
            <pc:sldMk cId="2186728268" sldId="2700"/>
            <ac:graphicFrameMk id="3" creationId="{00000000-0008-0000-02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2:09.245" v="166" actId="1076"/>
        <pc:sldMkLst>
          <pc:docMk/>
          <pc:sldMk cId="1804723570" sldId="2701"/>
        </pc:sldMkLst>
        <pc:graphicFrameChg chg="add mod">
          <ac:chgData name="Adam Porr" userId="176b239e-e1e8-4fc8-9bbc-5d53f6ce273d" providerId="ADAL" clId="{DFB54312-AE8C-4EE7-AD0F-90252FC88277}" dt="2026-07-30T15:36:59.735" v="45"/>
          <ac:graphicFrameMkLst>
            <pc:docMk/>
            <pc:sldMk cId="1804723570" sldId="2701"/>
            <ac:graphicFrameMk id="2" creationId="{00000000-0008-0000-03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2:09.245" v="166" actId="1076"/>
          <ac:graphicFrameMkLst>
            <pc:docMk/>
            <pc:sldMk cId="1804723570" sldId="2701"/>
            <ac:graphicFrameMk id="3" creationId="{00000000-0008-0000-03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3:36.448" v="169" actId="1076"/>
        <pc:sldMkLst>
          <pc:docMk/>
          <pc:sldMk cId="1283480115" sldId="2702"/>
        </pc:sldMkLst>
        <pc:graphicFrameChg chg="add mod">
          <ac:chgData name="Adam Porr" userId="176b239e-e1e8-4fc8-9bbc-5d53f6ce273d" providerId="ADAL" clId="{DFB54312-AE8C-4EE7-AD0F-90252FC88277}" dt="2026-07-30T15:37:12.098" v="50"/>
          <ac:graphicFrameMkLst>
            <pc:docMk/>
            <pc:sldMk cId="1283480115" sldId="2702"/>
            <ac:graphicFrameMk id="2" creationId="{00000000-0008-0000-04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3:36.448" v="169" actId="1076"/>
          <ac:graphicFrameMkLst>
            <pc:docMk/>
            <pc:sldMk cId="1283480115" sldId="2702"/>
            <ac:graphicFrameMk id="3" creationId="{00000000-0008-0000-04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3:49.112" v="172" actId="1076"/>
        <pc:sldMkLst>
          <pc:docMk/>
          <pc:sldMk cId="1467955201" sldId="2703"/>
        </pc:sldMkLst>
        <pc:graphicFrameChg chg="add mod">
          <ac:chgData name="Adam Porr" userId="176b239e-e1e8-4fc8-9bbc-5d53f6ce273d" providerId="ADAL" clId="{DFB54312-AE8C-4EE7-AD0F-90252FC88277}" dt="2026-07-30T15:37:21.987" v="55"/>
          <ac:graphicFrameMkLst>
            <pc:docMk/>
            <pc:sldMk cId="1467955201" sldId="2703"/>
            <ac:graphicFrameMk id="2" creationId="{00000000-0008-0000-05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3:49.112" v="172" actId="1076"/>
          <ac:graphicFrameMkLst>
            <pc:docMk/>
            <pc:sldMk cId="1467955201" sldId="2703"/>
            <ac:graphicFrameMk id="3" creationId="{00000000-0008-0000-05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4:03.562" v="175" actId="1076"/>
        <pc:sldMkLst>
          <pc:docMk/>
          <pc:sldMk cId="3264979567" sldId="2704"/>
        </pc:sldMkLst>
        <pc:graphicFrameChg chg="add mod">
          <ac:chgData name="Adam Porr" userId="176b239e-e1e8-4fc8-9bbc-5d53f6ce273d" providerId="ADAL" clId="{DFB54312-AE8C-4EE7-AD0F-90252FC88277}" dt="2026-07-30T15:37:31.046" v="60"/>
          <ac:graphicFrameMkLst>
            <pc:docMk/>
            <pc:sldMk cId="3264979567" sldId="2704"/>
            <ac:graphicFrameMk id="2" creationId="{00000000-0008-0000-06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4:03.562" v="175" actId="1076"/>
          <ac:graphicFrameMkLst>
            <pc:docMk/>
            <pc:sldMk cId="3264979567" sldId="2704"/>
            <ac:graphicFrameMk id="3" creationId="{00000000-0008-0000-06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4:22.294" v="179" actId="1076"/>
        <pc:sldMkLst>
          <pc:docMk/>
          <pc:sldMk cId="3572952178" sldId="2705"/>
        </pc:sldMkLst>
        <pc:graphicFrameChg chg="add mod">
          <ac:chgData name="Adam Porr" userId="176b239e-e1e8-4fc8-9bbc-5d53f6ce273d" providerId="ADAL" clId="{DFB54312-AE8C-4EE7-AD0F-90252FC88277}" dt="2026-07-30T15:37:40.756" v="65"/>
          <ac:graphicFrameMkLst>
            <pc:docMk/>
            <pc:sldMk cId="3572952178" sldId="2705"/>
            <ac:graphicFrameMk id="2" creationId="{00000000-0008-0000-07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4:22.294" v="179" actId="1076"/>
          <ac:graphicFrameMkLst>
            <pc:docMk/>
            <pc:sldMk cId="3572952178" sldId="2705"/>
            <ac:graphicFrameMk id="3" creationId="{00000000-0008-0000-07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4:36.131" v="182" actId="1076"/>
        <pc:sldMkLst>
          <pc:docMk/>
          <pc:sldMk cId="2213114250" sldId="2706"/>
        </pc:sldMkLst>
        <pc:graphicFrameChg chg="add mod">
          <ac:chgData name="Adam Porr" userId="176b239e-e1e8-4fc8-9bbc-5d53f6ce273d" providerId="ADAL" clId="{DFB54312-AE8C-4EE7-AD0F-90252FC88277}" dt="2026-07-30T15:37:50.014" v="70"/>
          <ac:graphicFrameMkLst>
            <pc:docMk/>
            <pc:sldMk cId="2213114250" sldId="2706"/>
            <ac:graphicFrameMk id="2" creationId="{00000000-0008-0000-08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4:36.131" v="182" actId="1076"/>
          <ac:graphicFrameMkLst>
            <pc:docMk/>
            <pc:sldMk cId="2213114250" sldId="2706"/>
            <ac:graphicFrameMk id="3" creationId="{00000000-0008-0000-08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4:49.624" v="185" actId="1076"/>
        <pc:sldMkLst>
          <pc:docMk/>
          <pc:sldMk cId="3952555965" sldId="2707"/>
        </pc:sldMkLst>
        <pc:graphicFrameChg chg="add mod">
          <ac:chgData name="Adam Porr" userId="176b239e-e1e8-4fc8-9bbc-5d53f6ce273d" providerId="ADAL" clId="{DFB54312-AE8C-4EE7-AD0F-90252FC88277}" dt="2026-07-30T15:38:00.259" v="75"/>
          <ac:graphicFrameMkLst>
            <pc:docMk/>
            <pc:sldMk cId="3952555965" sldId="2707"/>
            <ac:graphicFrameMk id="2" creationId="{00000000-0008-0000-09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4:49.624" v="185" actId="1076"/>
          <ac:graphicFrameMkLst>
            <pc:docMk/>
            <pc:sldMk cId="3952555965" sldId="2707"/>
            <ac:graphicFrameMk id="3" creationId="{00000000-0008-0000-09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5:09.586" v="188" actId="1076"/>
        <pc:sldMkLst>
          <pc:docMk/>
          <pc:sldMk cId="965419946" sldId="2708"/>
        </pc:sldMkLst>
        <pc:graphicFrameChg chg="add mod">
          <ac:chgData name="Adam Porr" userId="176b239e-e1e8-4fc8-9bbc-5d53f6ce273d" providerId="ADAL" clId="{DFB54312-AE8C-4EE7-AD0F-90252FC88277}" dt="2026-07-30T15:38:10.954" v="80"/>
          <ac:graphicFrameMkLst>
            <pc:docMk/>
            <pc:sldMk cId="965419946" sldId="2708"/>
            <ac:graphicFrameMk id="2" creationId="{00000000-0008-0000-0A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5:09.586" v="188" actId="1076"/>
          <ac:graphicFrameMkLst>
            <pc:docMk/>
            <pc:sldMk cId="965419946" sldId="2708"/>
            <ac:graphicFrameMk id="3" creationId="{00000000-0008-0000-0A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5:24.740" v="191" actId="1076"/>
        <pc:sldMkLst>
          <pc:docMk/>
          <pc:sldMk cId="4183447986" sldId="2709"/>
        </pc:sldMkLst>
        <pc:graphicFrameChg chg="add mod">
          <ac:chgData name="Adam Porr" userId="176b239e-e1e8-4fc8-9bbc-5d53f6ce273d" providerId="ADAL" clId="{DFB54312-AE8C-4EE7-AD0F-90252FC88277}" dt="2026-07-30T15:38:20.377" v="85"/>
          <ac:graphicFrameMkLst>
            <pc:docMk/>
            <pc:sldMk cId="4183447986" sldId="2709"/>
            <ac:graphicFrameMk id="2" creationId="{00000000-0008-0000-0B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5:24.740" v="191" actId="1076"/>
          <ac:graphicFrameMkLst>
            <pc:docMk/>
            <pc:sldMk cId="4183447986" sldId="2709"/>
            <ac:graphicFrameMk id="3" creationId="{00000000-0008-0000-0B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5:47.234" v="194" actId="1076"/>
        <pc:sldMkLst>
          <pc:docMk/>
          <pc:sldMk cId="3496164201" sldId="2710"/>
        </pc:sldMkLst>
        <pc:graphicFrameChg chg="add mod">
          <ac:chgData name="Adam Porr" userId="176b239e-e1e8-4fc8-9bbc-5d53f6ce273d" providerId="ADAL" clId="{DFB54312-AE8C-4EE7-AD0F-90252FC88277}" dt="2026-07-30T15:38:32.430" v="90"/>
          <ac:graphicFrameMkLst>
            <pc:docMk/>
            <pc:sldMk cId="3496164201" sldId="2710"/>
            <ac:graphicFrameMk id="2" creationId="{00000000-0008-0000-0C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5:47.234" v="194" actId="1076"/>
          <ac:graphicFrameMkLst>
            <pc:docMk/>
            <pc:sldMk cId="3496164201" sldId="2710"/>
            <ac:graphicFrameMk id="3" creationId="{00000000-0008-0000-0C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6:09.156" v="198" actId="1076"/>
        <pc:sldMkLst>
          <pc:docMk/>
          <pc:sldMk cId="1821383264" sldId="2711"/>
        </pc:sldMkLst>
        <pc:graphicFrameChg chg="add mod">
          <ac:chgData name="Adam Porr" userId="176b239e-e1e8-4fc8-9bbc-5d53f6ce273d" providerId="ADAL" clId="{DFB54312-AE8C-4EE7-AD0F-90252FC88277}" dt="2026-07-30T15:38:42.619" v="95"/>
          <ac:graphicFrameMkLst>
            <pc:docMk/>
            <pc:sldMk cId="1821383264" sldId="2711"/>
            <ac:graphicFrameMk id="2" creationId="{00000000-0008-0000-0D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6:09.156" v="198" actId="1076"/>
          <ac:graphicFrameMkLst>
            <pc:docMk/>
            <pc:sldMk cId="1821383264" sldId="2711"/>
            <ac:graphicFrameMk id="3" creationId="{00000000-0008-0000-0D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6:30.785" v="203" actId="1076"/>
        <pc:sldMkLst>
          <pc:docMk/>
          <pc:sldMk cId="2456897420" sldId="2712"/>
        </pc:sldMkLst>
        <pc:graphicFrameChg chg="add mod">
          <ac:chgData name="Adam Porr" userId="176b239e-e1e8-4fc8-9bbc-5d53f6ce273d" providerId="ADAL" clId="{DFB54312-AE8C-4EE7-AD0F-90252FC88277}" dt="2026-07-30T15:38:55.081" v="100"/>
          <ac:graphicFrameMkLst>
            <pc:docMk/>
            <pc:sldMk cId="2456897420" sldId="2712"/>
            <ac:graphicFrameMk id="2" creationId="{00000000-0008-0000-0E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6:30.785" v="203" actId="1076"/>
          <ac:graphicFrameMkLst>
            <pc:docMk/>
            <pc:sldMk cId="2456897420" sldId="2712"/>
            <ac:graphicFrameMk id="3" creationId="{00000000-0008-0000-0E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6:47.724" v="206" actId="1076"/>
        <pc:sldMkLst>
          <pc:docMk/>
          <pc:sldMk cId="4274511312" sldId="2713"/>
        </pc:sldMkLst>
        <pc:graphicFrameChg chg="add mod">
          <ac:chgData name="Adam Porr" userId="176b239e-e1e8-4fc8-9bbc-5d53f6ce273d" providerId="ADAL" clId="{DFB54312-AE8C-4EE7-AD0F-90252FC88277}" dt="2026-07-30T15:39:15.173" v="105"/>
          <ac:graphicFrameMkLst>
            <pc:docMk/>
            <pc:sldMk cId="4274511312" sldId="2713"/>
            <ac:graphicFrameMk id="2" creationId="{00000000-0008-0000-0F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6:47.724" v="206" actId="1076"/>
          <ac:graphicFrameMkLst>
            <pc:docMk/>
            <pc:sldMk cId="4274511312" sldId="2713"/>
            <ac:graphicFrameMk id="3" creationId="{00000000-0008-0000-0F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7:00.497" v="209" actId="1076"/>
        <pc:sldMkLst>
          <pc:docMk/>
          <pc:sldMk cId="665965565" sldId="2714"/>
        </pc:sldMkLst>
        <pc:graphicFrameChg chg="add mod">
          <ac:chgData name="Adam Porr" userId="176b239e-e1e8-4fc8-9bbc-5d53f6ce273d" providerId="ADAL" clId="{DFB54312-AE8C-4EE7-AD0F-90252FC88277}" dt="2026-07-30T15:39:25.791" v="110"/>
          <ac:graphicFrameMkLst>
            <pc:docMk/>
            <pc:sldMk cId="665965565" sldId="2714"/>
            <ac:graphicFrameMk id="2" creationId="{00000000-0008-0000-10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7:00.497" v="209" actId="1076"/>
          <ac:graphicFrameMkLst>
            <pc:docMk/>
            <pc:sldMk cId="665965565" sldId="2714"/>
            <ac:graphicFrameMk id="3" creationId="{00000000-0008-0000-10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7:13.604" v="212" actId="1076"/>
        <pc:sldMkLst>
          <pc:docMk/>
          <pc:sldMk cId="2869149863" sldId="2715"/>
        </pc:sldMkLst>
        <pc:graphicFrameChg chg="add mod">
          <ac:chgData name="Adam Porr" userId="176b239e-e1e8-4fc8-9bbc-5d53f6ce273d" providerId="ADAL" clId="{DFB54312-AE8C-4EE7-AD0F-90252FC88277}" dt="2026-07-30T15:39:35.299" v="115"/>
          <ac:graphicFrameMkLst>
            <pc:docMk/>
            <pc:sldMk cId="2869149863" sldId="2715"/>
            <ac:graphicFrameMk id="2" creationId="{00000000-0008-0000-11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7:13.604" v="212" actId="1076"/>
          <ac:graphicFrameMkLst>
            <pc:docMk/>
            <pc:sldMk cId="2869149863" sldId="2715"/>
            <ac:graphicFrameMk id="3" creationId="{00000000-0008-0000-11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7:28.176" v="215" actId="1076"/>
        <pc:sldMkLst>
          <pc:docMk/>
          <pc:sldMk cId="2880031330" sldId="2716"/>
        </pc:sldMkLst>
        <pc:graphicFrameChg chg="add mod">
          <ac:chgData name="Adam Porr" userId="176b239e-e1e8-4fc8-9bbc-5d53f6ce273d" providerId="ADAL" clId="{DFB54312-AE8C-4EE7-AD0F-90252FC88277}" dt="2026-07-30T15:39:49.009" v="120"/>
          <ac:graphicFrameMkLst>
            <pc:docMk/>
            <pc:sldMk cId="2880031330" sldId="2716"/>
            <ac:graphicFrameMk id="2" creationId="{00000000-0008-0000-12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7:28.176" v="215" actId="1076"/>
          <ac:graphicFrameMkLst>
            <pc:docMk/>
            <pc:sldMk cId="2880031330" sldId="2716"/>
            <ac:graphicFrameMk id="3" creationId="{00000000-0008-0000-12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7:41.748" v="219" actId="1076"/>
        <pc:sldMkLst>
          <pc:docMk/>
          <pc:sldMk cId="3050467541" sldId="2717"/>
        </pc:sldMkLst>
        <pc:graphicFrameChg chg="add mod">
          <ac:chgData name="Adam Porr" userId="176b239e-e1e8-4fc8-9bbc-5d53f6ce273d" providerId="ADAL" clId="{DFB54312-AE8C-4EE7-AD0F-90252FC88277}" dt="2026-07-30T15:39:59.647" v="125"/>
          <ac:graphicFrameMkLst>
            <pc:docMk/>
            <pc:sldMk cId="3050467541" sldId="2717"/>
            <ac:graphicFrameMk id="2" creationId="{00000000-0008-0000-13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7:41.748" v="219" actId="1076"/>
          <ac:graphicFrameMkLst>
            <pc:docMk/>
            <pc:sldMk cId="3050467541" sldId="2717"/>
            <ac:graphicFrameMk id="3" creationId="{00000000-0008-0000-13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7:56.390" v="222" actId="1076"/>
        <pc:sldMkLst>
          <pc:docMk/>
          <pc:sldMk cId="3248738005" sldId="2718"/>
        </pc:sldMkLst>
        <pc:graphicFrameChg chg="add mod">
          <ac:chgData name="Adam Porr" userId="176b239e-e1e8-4fc8-9bbc-5d53f6ce273d" providerId="ADAL" clId="{DFB54312-AE8C-4EE7-AD0F-90252FC88277}" dt="2026-07-30T15:40:08.070" v="130"/>
          <ac:graphicFrameMkLst>
            <pc:docMk/>
            <pc:sldMk cId="3248738005" sldId="2718"/>
            <ac:graphicFrameMk id="2" creationId="{00000000-0008-0000-14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7:56.390" v="222" actId="1076"/>
          <ac:graphicFrameMkLst>
            <pc:docMk/>
            <pc:sldMk cId="3248738005" sldId="2718"/>
            <ac:graphicFrameMk id="3" creationId="{00000000-0008-0000-1400-000002000000}"/>
          </ac:graphicFrameMkLst>
        </pc:graphicFrameChg>
      </pc:sldChg>
      <pc:sldChg chg="addSp delSp modSp add mod">
        <pc:chgData name="Adam Porr" userId="176b239e-e1e8-4fc8-9bbc-5d53f6ce273d" providerId="ADAL" clId="{DFB54312-AE8C-4EE7-AD0F-90252FC88277}" dt="2026-07-30T15:48:09.377" v="225" actId="1076"/>
        <pc:sldMkLst>
          <pc:docMk/>
          <pc:sldMk cId="2189945833" sldId="2719"/>
        </pc:sldMkLst>
        <pc:graphicFrameChg chg="add del mod">
          <ac:chgData name="Adam Porr" userId="176b239e-e1e8-4fc8-9bbc-5d53f6ce273d" providerId="ADAL" clId="{DFB54312-AE8C-4EE7-AD0F-90252FC88277}" dt="2026-07-30T15:40:38.228" v="141" actId="478"/>
          <ac:graphicFrameMkLst>
            <pc:docMk/>
            <pc:sldMk cId="2189945833" sldId="2719"/>
            <ac:graphicFrameMk id="2" creationId="{00000000-0008-0000-1500-000002000000}"/>
          </ac:graphicFrameMkLst>
        </pc:graphicFrameChg>
        <pc:graphicFrameChg chg="del">
          <ac:chgData name="Adam Porr" userId="176b239e-e1e8-4fc8-9bbc-5d53f6ce273d" providerId="ADAL" clId="{DFB54312-AE8C-4EE7-AD0F-90252FC88277}" dt="2026-07-30T15:40:18.723" v="134" actId="478"/>
          <ac:graphicFrameMkLst>
            <pc:docMk/>
            <pc:sldMk cId="2189945833" sldId="2719"/>
            <ac:graphicFrameMk id="3" creationId="{EA768F18-5083-2F98-6541-C00C88FEBE77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0:46.180" v="144"/>
          <ac:graphicFrameMkLst>
            <pc:docMk/>
            <pc:sldMk cId="2189945833" sldId="2719"/>
            <ac:graphicFrameMk id="4" creationId="{00000000-0008-0000-15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8:09.377" v="225" actId="1076"/>
          <ac:graphicFrameMkLst>
            <pc:docMk/>
            <pc:sldMk cId="2189945833" sldId="2719"/>
            <ac:graphicFrameMk id="5" creationId="{00000000-0008-0000-1500-000002000000}"/>
          </ac:graphicFrameMkLst>
        </pc:graphicFrameChg>
      </pc:sldChg>
      <pc:sldChg chg="addSp modSp add mod">
        <pc:chgData name="Adam Porr" userId="176b239e-e1e8-4fc8-9bbc-5d53f6ce273d" providerId="ADAL" clId="{DFB54312-AE8C-4EE7-AD0F-90252FC88277}" dt="2026-07-30T15:48:20.820" v="228" actId="1076"/>
        <pc:sldMkLst>
          <pc:docMk/>
          <pc:sldMk cId="3263476057" sldId="2720"/>
        </pc:sldMkLst>
        <pc:graphicFrameChg chg="add mod">
          <ac:chgData name="Adam Porr" userId="176b239e-e1e8-4fc8-9bbc-5d53f6ce273d" providerId="ADAL" clId="{DFB54312-AE8C-4EE7-AD0F-90252FC88277}" dt="2026-07-30T15:40:53.775" v="149"/>
          <ac:graphicFrameMkLst>
            <pc:docMk/>
            <pc:sldMk cId="3263476057" sldId="2720"/>
            <ac:graphicFrameMk id="2" creationId="{00000000-0008-0000-15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1:02.536" v="152"/>
          <ac:graphicFrameMkLst>
            <pc:docMk/>
            <pc:sldMk cId="3263476057" sldId="2720"/>
            <ac:graphicFrameMk id="3" creationId="{00000000-0008-0000-1600-000002000000}"/>
          </ac:graphicFrameMkLst>
        </pc:graphicFrameChg>
        <pc:graphicFrameChg chg="add mod">
          <ac:chgData name="Adam Porr" userId="176b239e-e1e8-4fc8-9bbc-5d53f6ce273d" providerId="ADAL" clId="{DFB54312-AE8C-4EE7-AD0F-90252FC88277}" dt="2026-07-30T15:48:20.820" v="228" actId="1076"/>
          <ac:graphicFrameMkLst>
            <pc:docMk/>
            <pc:sldMk cId="3263476057" sldId="2720"/>
            <ac:graphicFrameMk id="4" creationId="{00000000-0008-0000-1600-000002000000}"/>
          </ac:graphicFrameMkLst>
        </pc:graphicFrameChg>
      </pc:sldChg>
      <pc:sldChg chg="add del">
        <pc:chgData name="Adam Porr" userId="176b239e-e1e8-4fc8-9bbc-5d53f6ce273d" providerId="ADAL" clId="{DFB54312-AE8C-4EE7-AD0F-90252FC88277}" dt="2026-07-30T15:41:05.310" v="155" actId="47"/>
        <pc:sldMkLst>
          <pc:docMk/>
          <pc:sldMk cId="380054061" sldId="2721"/>
        </pc:sldMkLst>
      </pc:sldChg>
      <pc:sldChg chg="add del">
        <pc:chgData name="Adam Porr" userId="176b239e-e1e8-4fc8-9bbc-5d53f6ce273d" providerId="ADAL" clId="{DFB54312-AE8C-4EE7-AD0F-90252FC88277}" dt="2026-07-30T15:41:05.823" v="156" actId="47"/>
        <pc:sldMkLst>
          <pc:docMk/>
          <pc:sldMk cId="115487034" sldId="2722"/>
        </pc:sldMkLst>
      </pc:sldChg>
      <pc:sldChg chg="add del">
        <pc:chgData name="Adam Porr" userId="176b239e-e1e8-4fc8-9bbc-5d53f6ce273d" providerId="ADAL" clId="{DFB54312-AE8C-4EE7-AD0F-90252FC88277}" dt="2026-07-30T15:41:06.274" v="157" actId="47"/>
        <pc:sldMkLst>
          <pc:docMk/>
          <pc:sldMk cId="463826343" sldId="272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5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6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7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8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9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10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11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2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13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4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5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5.xlsx"/><Relationship Id="rId1" Type="http://schemas.openxmlformats.org/officeDocument/2006/relationships/themeOverride" Target="../theme/themeOverride16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6.xlsx"/><Relationship Id="rId1" Type="http://schemas.openxmlformats.org/officeDocument/2006/relationships/themeOverride" Target="../theme/themeOverride17.xm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7.xlsx"/><Relationship Id="rId1" Type="http://schemas.openxmlformats.org/officeDocument/2006/relationships/themeOverride" Target="../theme/themeOverride18.xm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8.xlsx"/><Relationship Id="rId1" Type="http://schemas.openxmlformats.org/officeDocument/2006/relationships/themeOverride" Target="../theme/themeOverride19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9.xlsx"/><Relationship Id="rId1" Type="http://schemas.openxmlformats.org/officeDocument/2006/relationships/themeOverride" Target="../theme/themeOverride20.xml"/></Relationships>
</file>

<file path=ppt/charts/_rels/chart2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0.xlsx"/><Relationship Id="rId1" Type="http://schemas.openxmlformats.org/officeDocument/2006/relationships/themeOverride" Target="../theme/themeOverride21.xml"/></Relationships>
</file>

<file path=ppt/charts/_rels/chart2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1.xlsx"/><Relationship Id="rId1" Type="http://schemas.openxmlformats.org/officeDocument/2006/relationships/themeOverride" Target="../theme/themeOverride22.xml"/></Relationships>
</file>

<file path=ppt/charts/_rels/chart2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2.xlsx"/><Relationship Id="rId1" Type="http://schemas.openxmlformats.org/officeDocument/2006/relationships/themeOverride" Target="../theme/themeOverrid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Projected Population - Delaware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'Delaware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21-412E-9BFA-6C8899C0AFE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21-412E-9BFA-6C8899C0AFE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21-412E-9BFA-6C8899C0AFE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21-412E-9BFA-6C8899C0AFE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21-412E-9BFA-6C8899C0AFE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21-412E-9BFA-6C8899C0AFE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621-412E-9BFA-6C8899C0AFE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21-412E-9BFA-6C8899C0AFE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621-412E-9BFA-6C8899C0AFE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621-412E-9BFA-6C8899C0AFE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621-412E-9BFA-6C8899C0AFE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621-412E-9BFA-6C8899C0AFE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621-412E-9BFA-6C8899C0AFE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621-412E-9BFA-6C8899C0AFE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621-412E-9BFA-6C8899C0AFE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621-412E-9BFA-6C8899C0AFE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621-412E-9BFA-6C8899C0AFE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621-412E-9BFA-6C8899C0AFE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621-412E-9BFA-6C8899C0AFE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621-412E-9BFA-6C8899C0AFE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621-412E-9BFA-6C8899C0AFE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621-412E-9BFA-6C8899C0AFE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F621-412E-9BFA-6C8899C0AFE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F621-412E-9BFA-6C8899C0AFE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621-412E-9BFA-6C8899C0AFE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621-412E-9BFA-6C8899C0AFE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F621-412E-9BFA-6C8899C0AFE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621-412E-9BFA-6C8899C0AFE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621-412E-9BFA-6C8899C0AFE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621-412E-9BFA-6C8899C0AFE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F621-412E-9BFA-6C8899C0AFE6}"/>
                </c:ext>
              </c:extLst>
            </c:dLbl>
            <c:dLbl>
              <c:idx val="31"/>
              <c:layout>
                <c:manualLayout>
                  <c:x val="2.6984126984126867E-2"/>
                  <c:y val="3.16301703163017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F621-412E-9BFA-6C8899C0AFE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'Delaware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'Delaware County'!$C$2:$C$33</c:f>
              <c:numCache>
                <c:formatCode>General</c:formatCode>
                <c:ptCount val="32"/>
                <c:pt idx="25" formatCode="#,##0">
                  <c:v>242032</c:v>
                </c:pt>
                <c:pt idx="26" formatCode="#,##0">
                  <c:v>258927</c:v>
                </c:pt>
                <c:pt idx="27" formatCode="#,##0">
                  <c:v>271837</c:v>
                </c:pt>
                <c:pt idx="28" formatCode="#,##0">
                  <c:v>282457</c:v>
                </c:pt>
                <c:pt idx="29" formatCode="#,##0">
                  <c:v>293027</c:v>
                </c:pt>
                <c:pt idx="30" formatCode="#,##0">
                  <c:v>304032</c:v>
                </c:pt>
                <c:pt idx="31" formatCode="#,##0">
                  <c:v>314177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F621-412E-9BFA-6C8899C0AFE6}"/>
            </c:ext>
          </c:extLst>
        </c:ser>
        <c:ser>
          <c:idx val="1"/>
          <c:order val="1"/>
          <c:tx>
            <c:strRef>
              <c:f>'Delaware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F621-412E-9BFA-6C8899C0AFE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F621-412E-9BFA-6C8899C0AFE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621-412E-9BFA-6C8899C0AFE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F621-412E-9BFA-6C8899C0AFE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621-412E-9BFA-6C8899C0AFE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F621-412E-9BFA-6C8899C0AFE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621-412E-9BFA-6C8899C0AFE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F621-412E-9BFA-6C8899C0AFE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F621-412E-9BFA-6C8899C0AFE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F621-412E-9BFA-6C8899C0AFE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F621-412E-9BFA-6C8899C0AFE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F621-412E-9BFA-6C8899C0AFE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F621-412E-9BFA-6C8899C0AFE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F621-412E-9BFA-6C8899C0AFE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F621-412E-9BFA-6C8899C0AFE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F621-412E-9BFA-6C8899C0AFE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F621-412E-9BFA-6C8899C0AFE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F621-412E-9BFA-6C8899C0AFE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F621-412E-9BFA-6C8899C0AFE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F621-412E-9BFA-6C8899C0AFE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F621-412E-9BFA-6C8899C0AFE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F621-412E-9BFA-6C8899C0AFE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F621-412E-9BFA-6C8899C0AFE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F621-412E-9BFA-6C8899C0AFE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F621-412E-9BFA-6C8899C0AFE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F621-412E-9BFA-6C8899C0AFE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F621-412E-9BFA-6C8899C0AFE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F621-412E-9BFA-6C8899C0AFE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F621-412E-9BFA-6C8899C0AFE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F621-412E-9BFA-6C8899C0AFE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F621-412E-9BFA-6C8899C0AFE6}"/>
                </c:ext>
              </c:extLst>
            </c:dLbl>
            <c:dLbl>
              <c:idx val="31"/>
              <c:layout>
                <c:manualLayout>
                  <c:x val="3.0158730158730159E-2"/>
                  <c:y val="-1.45985401459854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F621-412E-9BFA-6C8899C0AFE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'Delaware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'Delaware County'!$D$2:$D$33</c:f>
              <c:numCache>
                <c:formatCode>General</c:formatCode>
                <c:ptCount val="32"/>
                <c:pt idx="25" formatCode="#,##0">
                  <c:v>242032</c:v>
                </c:pt>
                <c:pt idx="26" formatCode="#,##0">
                  <c:v>260452</c:v>
                </c:pt>
                <c:pt idx="27" formatCode="#,##0">
                  <c:v>274912</c:v>
                </c:pt>
                <c:pt idx="28" formatCode="#,##0">
                  <c:v>287137</c:v>
                </c:pt>
                <c:pt idx="29" formatCode="#,##0">
                  <c:v>299367</c:v>
                </c:pt>
                <c:pt idx="30" formatCode="#,##0">
                  <c:v>312067</c:v>
                </c:pt>
                <c:pt idx="31" formatCode="#,##0">
                  <c:v>324002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F621-412E-9BFA-6C8899C0AFE6}"/>
            </c:ext>
          </c:extLst>
        </c:ser>
        <c:ser>
          <c:idx val="2"/>
          <c:order val="2"/>
          <c:tx>
            <c:strRef>
              <c:f>'Delaware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F621-412E-9BFA-6C8899C0AFE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F621-412E-9BFA-6C8899C0AFE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F621-412E-9BFA-6C8899C0AFE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F621-412E-9BFA-6C8899C0AFE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F621-412E-9BFA-6C8899C0AFE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F621-412E-9BFA-6C8899C0AFE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F621-412E-9BFA-6C8899C0AFE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F621-412E-9BFA-6C8899C0AFE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F621-412E-9BFA-6C8899C0AFE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F621-412E-9BFA-6C8899C0AFE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F621-412E-9BFA-6C8899C0AFE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F621-412E-9BFA-6C8899C0AFE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F621-412E-9BFA-6C8899C0AFE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F621-412E-9BFA-6C8899C0AFE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F621-412E-9BFA-6C8899C0AFE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F621-412E-9BFA-6C8899C0AFE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F621-412E-9BFA-6C8899C0AFE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F621-412E-9BFA-6C8899C0AFE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F621-412E-9BFA-6C8899C0AFE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F621-412E-9BFA-6C8899C0AFE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F621-412E-9BFA-6C8899C0AFE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F621-412E-9BFA-6C8899C0AFE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F621-412E-9BFA-6C8899C0AFE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F621-412E-9BFA-6C8899C0AFE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F621-412E-9BFA-6C8899C0AFE6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F621-412E-9BFA-6C8899C0AFE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F621-412E-9BFA-6C8899C0AFE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F621-412E-9BFA-6C8899C0AFE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F621-412E-9BFA-6C8899C0AFE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F621-412E-9BFA-6C8899C0AFE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F621-412E-9BFA-6C8899C0AFE6}"/>
                </c:ext>
              </c:extLst>
            </c:dLbl>
            <c:dLbl>
              <c:idx val="31"/>
              <c:layout>
                <c:manualLayout>
                  <c:x val="3.0158730158730159E-2"/>
                  <c:y val="-2.43309002433090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F621-412E-9BFA-6C8899C0AFE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'Delaware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'Delaware County'!$E$2:$E$33</c:f>
              <c:numCache>
                <c:formatCode>General</c:formatCode>
                <c:ptCount val="32"/>
                <c:pt idx="25" formatCode="#,##0">
                  <c:v>242032</c:v>
                </c:pt>
                <c:pt idx="26" formatCode="#,##0">
                  <c:v>265297</c:v>
                </c:pt>
                <c:pt idx="27" formatCode="#,##0">
                  <c:v>284682</c:v>
                </c:pt>
                <c:pt idx="28" formatCode="#,##0">
                  <c:v>301942</c:v>
                </c:pt>
                <c:pt idx="29" formatCode="#,##0">
                  <c:v>319357</c:v>
                </c:pt>
                <c:pt idx="30" formatCode="#,##0">
                  <c:v>337477</c:v>
                </c:pt>
                <c:pt idx="31" formatCode="#,##0">
                  <c:v>355067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2-F621-412E-9BFA-6C8899C0AFE6}"/>
            </c:ext>
          </c:extLst>
        </c:ser>
        <c:ser>
          <c:idx val="3"/>
          <c:order val="3"/>
          <c:tx>
            <c:strRef>
              <c:f>'Delaware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3432445944256999E-2"/>
                  <c:y val="5.67519206084640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F621-412E-9BFA-6C8899C0AFE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F621-412E-9BFA-6C8899C0AFE6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F621-412E-9BFA-6C8899C0AFE6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F621-412E-9BFA-6C8899C0AFE6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F621-412E-9BFA-6C8899C0AFE6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F621-412E-9BFA-6C8899C0AFE6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F621-412E-9BFA-6C8899C0AFE6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F621-412E-9BFA-6C8899C0AFE6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F621-412E-9BFA-6C8899C0AFE6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F621-412E-9BFA-6C8899C0AFE6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F621-412E-9BFA-6C8899C0AFE6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F621-412E-9BFA-6C8899C0AFE6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F621-412E-9BFA-6C8899C0AFE6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F621-412E-9BFA-6C8899C0AFE6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F621-412E-9BFA-6C8899C0AFE6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F621-412E-9BFA-6C8899C0AFE6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F621-412E-9BFA-6C8899C0AFE6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F621-412E-9BFA-6C8899C0AFE6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F621-412E-9BFA-6C8899C0AFE6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F621-412E-9BFA-6C8899C0AFE6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F621-412E-9BFA-6C8899C0AFE6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F621-412E-9BFA-6C8899C0AFE6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F621-412E-9BFA-6C8899C0AFE6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F621-412E-9BFA-6C8899C0AFE6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F621-412E-9BFA-6C8899C0AFE6}"/>
                </c:ext>
              </c:extLst>
            </c:dLbl>
            <c:dLbl>
              <c:idx val="25"/>
              <c:layout>
                <c:manualLayout>
                  <c:x val="-4.0059617547806521E-2"/>
                  <c:y val="0.102980631070751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F621-412E-9BFA-6C8899C0AFE6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F621-412E-9BFA-6C8899C0AFE6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F621-412E-9BFA-6C8899C0AFE6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F621-412E-9BFA-6C8899C0AFE6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F621-412E-9BFA-6C8899C0AFE6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F621-412E-9BFA-6C8899C0AFE6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F621-412E-9BFA-6C8899C0AFE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'Delaware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'Delaware County'!$B$2:$B$33</c:f>
              <c:numCache>
                <c:formatCode>#,##0</c:formatCode>
                <c:ptCount val="32"/>
                <c:pt idx="0">
                  <c:v>111759</c:v>
                </c:pt>
                <c:pt idx="1">
                  <c:v>118646</c:v>
                </c:pt>
                <c:pt idx="2">
                  <c:v>126172</c:v>
                </c:pt>
                <c:pt idx="3">
                  <c:v>133842</c:v>
                </c:pt>
                <c:pt idx="4">
                  <c:v>141348</c:v>
                </c:pt>
                <c:pt idx="5">
                  <c:v>149153</c:v>
                </c:pt>
                <c:pt idx="6">
                  <c:v>156164</c:v>
                </c:pt>
                <c:pt idx="7">
                  <c:v>161796</c:v>
                </c:pt>
                <c:pt idx="8">
                  <c:v>166652</c:v>
                </c:pt>
                <c:pt idx="9">
                  <c:v>170676</c:v>
                </c:pt>
                <c:pt idx="10">
                  <c:v>175149</c:v>
                </c:pt>
                <c:pt idx="11">
                  <c:v>178759</c:v>
                </c:pt>
                <c:pt idx="12">
                  <c:v>181549</c:v>
                </c:pt>
                <c:pt idx="13">
                  <c:v>186000</c:v>
                </c:pt>
                <c:pt idx="14">
                  <c:v>190243</c:v>
                </c:pt>
                <c:pt idx="15">
                  <c:v>194358</c:v>
                </c:pt>
                <c:pt idx="16">
                  <c:v>198317</c:v>
                </c:pt>
                <c:pt idx="17">
                  <c:v>202171</c:v>
                </c:pt>
                <c:pt idx="18">
                  <c:v>206501</c:v>
                </c:pt>
                <c:pt idx="19">
                  <c:v>211062</c:v>
                </c:pt>
                <c:pt idx="20">
                  <c:v>215181</c:v>
                </c:pt>
                <c:pt idx="21">
                  <c:v>221342</c:v>
                </c:pt>
                <c:pt idx="22">
                  <c:v>226809</c:v>
                </c:pt>
                <c:pt idx="23">
                  <c:v>232079</c:v>
                </c:pt>
                <c:pt idx="24">
                  <c:v>236863</c:v>
                </c:pt>
                <c:pt idx="25">
                  <c:v>242032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3-F621-412E-9BFA-6C8899C0A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10001"/>
        <c:axId val="50010002"/>
      </c:scatterChart>
      <c:valAx>
        <c:axId val="5001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10002"/>
        <c:crosses val="autoZero"/>
        <c:crossBetween val="midCat"/>
        <c:majorUnit val="5"/>
      </c:valAx>
      <c:valAx>
        <c:axId val="5001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1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Fairfield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'Fairfield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E5B-4E5F-8590-119E466A112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5B-4E5F-8590-119E466A112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E5B-4E5F-8590-119E466A112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5B-4E5F-8590-119E466A112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E5B-4E5F-8590-119E466A112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5B-4E5F-8590-119E466A112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E5B-4E5F-8590-119E466A112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5B-4E5F-8590-119E466A112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E5B-4E5F-8590-119E466A112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E5B-4E5F-8590-119E466A112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E5B-4E5F-8590-119E466A112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E5B-4E5F-8590-119E466A112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E5B-4E5F-8590-119E466A112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E5B-4E5F-8590-119E466A112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E5B-4E5F-8590-119E466A112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E5B-4E5F-8590-119E466A112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E5B-4E5F-8590-119E466A112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E5B-4E5F-8590-119E466A112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E5B-4E5F-8590-119E466A112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E5B-4E5F-8590-119E466A112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E5B-4E5F-8590-119E466A112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E5B-4E5F-8590-119E466A112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FE5B-4E5F-8590-119E466A112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FE5B-4E5F-8590-119E466A112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E5B-4E5F-8590-119E466A112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E5B-4E5F-8590-119E466A112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FE5B-4E5F-8590-119E466A112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E5B-4E5F-8590-119E466A112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E5B-4E5F-8590-119E466A112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E5B-4E5F-8590-119E466A112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FE5B-4E5F-8590-119E466A112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'Fairfield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'Fairfield County'!$C$2:$C$33</c:f>
              <c:numCache>
                <c:formatCode>General</c:formatCode>
                <c:ptCount val="32"/>
                <c:pt idx="25" formatCode="#,##0">
                  <c:v>169752</c:v>
                </c:pt>
                <c:pt idx="26" formatCode="#,##0">
                  <c:v>175152</c:v>
                </c:pt>
                <c:pt idx="27" formatCode="#,##0">
                  <c:v>178482</c:v>
                </c:pt>
                <c:pt idx="28" formatCode="#,##0">
                  <c:v>180742</c:v>
                </c:pt>
                <c:pt idx="29" formatCode="#,##0">
                  <c:v>182952</c:v>
                </c:pt>
                <c:pt idx="30" formatCode="#,##0">
                  <c:v>185232</c:v>
                </c:pt>
                <c:pt idx="31" formatCode="#,##0">
                  <c:v>187112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FE5B-4E5F-8590-119E466A112D}"/>
            </c:ext>
          </c:extLst>
        </c:ser>
        <c:ser>
          <c:idx val="1"/>
          <c:order val="1"/>
          <c:tx>
            <c:strRef>
              <c:f>'Fairfield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FE5B-4E5F-8590-119E466A112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FE5B-4E5F-8590-119E466A112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FE5B-4E5F-8590-119E466A112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E5B-4E5F-8590-119E466A112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FE5B-4E5F-8590-119E466A112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E5B-4E5F-8590-119E466A112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FE5B-4E5F-8590-119E466A112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E5B-4E5F-8590-119E466A112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FE5B-4E5F-8590-119E466A112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FE5B-4E5F-8590-119E466A112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FE5B-4E5F-8590-119E466A112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FE5B-4E5F-8590-119E466A112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FE5B-4E5F-8590-119E466A112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FE5B-4E5F-8590-119E466A112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FE5B-4E5F-8590-119E466A112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FE5B-4E5F-8590-119E466A112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FE5B-4E5F-8590-119E466A112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FE5B-4E5F-8590-119E466A112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FE5B-4E5F-8590-119E466A112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FE5B-4E5F-8590-119E466A112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FE5B-4E5F-8590-119E466A112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FE5B-4E5F-8590-119E466A112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FE5B-4E5F-8590-119E466A112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FE5B-4E5F-8590-119E466A112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FE5B-4E5F-8590-119E466A112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FE5B-4E5F-8590-119E466A112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FE5B-4E5F-8590-119E466A112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FE5B-4E5F-8590-119E466A112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FE5B-4E5F-8590-119E466A112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FE5B-4E5F-8590-119E466A112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FE5B-4E5F-8590-119E466A112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'Fairfield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'Fairfield County'!$D$2:$D$33</c:f>
              <c:numCache>
                <c:formatCode>General</c:formatCode>
                <c:ptCount val="32"/>
                <c:pt idx="25" formatCode="#,##0">
                  <c:v>169752</c:v>
                </c:pt>
                <c:pt idx="26" formatCode="#,##0">
                  <c:v>176562</c:v>
                </c:pt>
                <c:pt idx="27" formatCode="#,##0">
                  <c:v>181322</c:v>
                </c:pt>
                <c:pt idx="28" formatCode="#,##0">
                  <c:v>185097</c:v>
                </c:pt>
                <c:pt idx="29" formatCode="#,##0">
                  <c:v>188897</c:v>
                </c:pt>
                <c:pt idx="30" formatCode="#,##0">
                  <c:v>192822</c:v>
                </c:pt>
                <c:pt idx="31" formatCode="#,##0">
                  <c:v>196407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FE5B-4E5F-8590-119E466A112D}"/>
            </c:ext>
          </c:extLst>
        </c:ser>
        <c:ser>
          <c:idx val="2"/>
          <c:order val="2"/>
          <c:tx>
            <c:strRef>
              <c:f>'Fairfield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FE5B-4E5F-8590-119E466A112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FE5B-4E5F-8590-119E466A112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FE5B-4E5F-8590-119E466A112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FE5B-4E5F-8590-119E466A112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FE5B-4E5F-8590-119E466A112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FE5B-4E5F-8590-119E466A112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FE5B-4E5F-8590-119E466A112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FE5B-4E5F-8590-119E466A112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FE5B-4E5F-8590-119E466A112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FE5B-4E5F-8590-119E466A112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FE5B-4E5F-8590-119E466A112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FE5B-4E5F-8590-119E466A112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FE5B-4E5F-8590-119E466A112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FE5B-4E5F-8590-119E466A112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FE5B-4E5F-8590-119E466A112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FE5B-4E5F-8590-119E466A112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FE5B-4E5F-8590-119E466A112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FE5B-4E5F-8590-119E466A112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FE5B-4E5F-8590-119E466A112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FE5B-4E5F-8590-119E466A112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FE5B-4E5F-8590-119E466A112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FE5B-4E5F-8590-119E466A112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FE5B-4E5F-8590-119E466A112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FE5B-4E5F-8590-119E466A112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FE5B-4E5F-8590-119E466A112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FE5B-4E5F-8590-119E466A112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FE5B-4E5F-8590-119E466A112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FE5B-4E5F-8590-119E466A112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FE5B-4E5F-8590-119E466A112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FE5B-4E5F-8590-119E466A112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FE5B-4E5F-8590-119E466A112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'Fairfield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'Fairfield County'!$E$2:$E$33</c:f>
              <c:numCache>
                <c:formatCode>General</c:formatCode>
                <c:ptCount val="32"/>
                <c:pt idx="25" formatCode="#,##0">
                  <c:v>169752</c:v>
                </c:pt>
                <c:pt idx="26" formatCode="#,##0">
                  <c:v>179297</c:v>
                </c:pt>
                <c:pt idx="27" formatCode="#,##0">
                  <c:v>186812</c:v>
                </c:pt>
                <c:pt idx="28" formatCode="#,##0">
                  <c:v>193457</c:v>
                </c:pt>
                <c:pt idx="29" formatCode="#,##0">
                  <c:v>200327</c:v>
                </c:pt>
                <c:pt idx="30" formatCode="#,##0">
                  <c:v>207482</c:v>
                </c:pt>
                <c:pt idx="31" formatCode="#,##0">
                  <c:v>214347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FE5B-4E5F-8590-119E466A112D}"/>
            </c:ext>
          </c:extLst>
        </c:ser>
        <c:ser>
          <c:idx val="3"/>
          <c:order val="3"/>
          <c:tx>
            <c:strRef>
              <c:f>'Fairfield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6607049118860113E-2"/>
                  <c:y val="0.1005475410464202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FE5B-4E5F-8590-119E466A112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FE5B-4E5F-8590-119E466A112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FE5B-4E5F-8590-119E466A112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FE5B-4E5F-8590-119E466A112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FE5B-4E5F-8590-119E466A112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FE5B-4E5F-8590-119E466A112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FE5B-4E5F-8590-119E466A112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FE5B-4E5F-8590-119E466A112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FE5B-4E5F-8590-119E466A112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FE5B-4E5F-8590-119E466A112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FE5B-4E5F-8590-119E466A112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FE5B-4E5F-8590-119E466A112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FE5B-4E5F-8590-119E466A112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FE5B-4E5F-8590-119E466A112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FE5B-4E5F-8590-119E466A112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FE5B-4E5F-8590-119E466A112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FE5B-4E5F-8590-119E466A112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FE5B-4E5F-8590-119E466A112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FE5B-4E5F-8590-119E466A112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FE5B-4E5F-8590-119E466A112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FE5B-4E5F-8590-119E466A112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FE5B-4E5F-8590-119E466A112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FE5B-4E5F-8590-119E466A112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FE5B-4E5F-8590-119E466A112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FE5B-4E5F-8590-119E466A112D}"/>
                </c:ext>
              </c:extLst>
            </c:dLbl>
            <c:dLbl>
              <c:idx val="25"/>
              <c:layout>
                <c:manualLayout>
                  <c:x val="-4.3234220722409698E-2"/>
                  <c:y val="0.1005475410464202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FE5B-4E5F-8590-119E466A112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FE5B-4E5F-8590-119E466A112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FE5B-4E5F-8590-119E466A112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FE5B-4E5F-8590-119E466A112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FE5B-4E5F-8590-119E466A112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FE5B-4E5F-8590-119E466A112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FE5B-4E5F-8590-119E466A112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'Fairfield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'Fairfield County'!$B$2:$B$33</c:f>
              <c:numCache>
                <c:formatCode>#,##0</c:formatCode>
                <c:ptCount val="32"/>
                <c:pt idx="0">
                  <c:v>123485</c:v>
                </c:pt>
                <c:pt idx="1">
                  <c:v>126245</c:v>
                </c:pt>
                <c:pt idx="2">
                  <c:v>129355</c:v>
                </c:pt>
                <c:pt idx="3">
                  <c:v>132770</c:v>
                </c:pt>
                <c:pt idx="4">
                  <c:v>136074</c:v>
                </c:pt>
                <c:pt idx="5">
                  <c:v>138745</c:v>
                </c:pt>
                <c:pt idx="6">
                  <c:v>141005</c:v>
                </c:pt>
                <c:pt idx="7">
                  <c:v>142915</c:v>
                </c:pt>
                <c:pt idx="8">
                  <c:v>144029</c:v>
                </c:pt>
                <c:pt idx="9">
                  <c:v>145446</c:v>
                </c:pt>
                <c:pt idx="10">
                  <c:v>146399</c:v>
                </c:pt>
                <c:pt idx="11">
                  <c:v>147132</c:v>
                </c:pt>
                <c:pt idx="12">
                  <c:v>147227</c:v>
                </c:pt>
                <c:pt idx="13">
                  <c:v>148695</c:v>
                </c:pt>
                <c:pt idx="14">
                  <c:v>150237</c:v>
                </c:pt>
                <c:pt idx="15">
                  <c:v>151109</c:v>
                </c:pt>
                <c:pt idx="16">
                  <c:v>152590</c:v>
                </c:pt>
                <c:pt idx="17">
                  <c:v>154441</c:v>
                </c:pt>
                <c:pt idx="18">
                  <c:v>155747</c:v>
                </c:pt>
                <c:pt idx="19">
                  <c:v>157349</c:v>
                </c:pt>
                <c:pt idx="20">
                  <c:v>159451</c:v>
                </c:pt>
                <c:pt idx="21">
                  <c:v>161146</c:v>
                </c:pt>
                <c:pt idx="22">
                  <c:v>163003</c:v>
                </c:pt>
                <c:pt idx="23">
                  <c:v>165490</c:v>
                </c:pt>
                <c:pt idx="24">
                  <c:v>167706</c:v>
                </c:pt>
                <c:pt idx="25">
                  <c:v>169752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FE5B-4E5F-8590-119E466A11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20001"/>
        <c:axId val="50020002"/>
      </c:scatterChart>
      <c:valAx>
        <c:axId val="5002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20002"/>
        <c:crosses val="autoZero"/>
        <c:crossBetween val="midCat"/>
        <c:majorUnit val="5"/>
      </c:valAx>
      <c:valAx>
        <c:axId val="5002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2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Fayette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'Fayette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678-48F2-B810-055486DD30B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678-48F2-B810-055486DD30B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678-48F2-B810-055486DD30B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678-48F2-B810-055486DD30B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678-48F2-B810-055486DD30B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78-48F2-B810-055486DD30B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678-48F2-B810-055486DD30B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678-48F2-B810-055486DD30B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678-48F2-B810-055486DD30B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678-48F2-B810-055486DD30B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678-48F2-B810-055486DD30B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678-48F2-B810-055486DD30B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678-48F2-B810-055486DD30B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678-48F2-B810-055486DD30B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678-48F2-B810-055486DD30B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678-48F2-B810-055486DD30B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678-48F2-B810-055486DD30B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678-48F2-B810-055486DD30B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678-48F2-B810-055486DD30B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678-48F2-B810-055486DD30B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678-48F2-B810-055486DD30B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678-48F2-B810-055486DD30B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678-48F2-B810-055486DD30B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678-48F2-B810-055486DD30B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678-48F2-B810-055486DD30B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678-48F2-B810-055486DD30B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678-48F2-B810-055486DD30B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678-48F2-B810-055486DD30B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678-48F2-B810-055486DD30B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678-48F2-B810-055486DD30B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678-48F2-B810-055486DD30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'Fayette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'Fayette County'!$C$2:$C$33</c:f>
              <c:numCache>
                <c:formatCode>General</c:formatCode>
                <c:ptCount val="32"/>
                <c:pt idx="25" formatCode="#,##0">
                  <c:v>28552</c:v>
                </c:pt>
                <c:pt idx="26" formatCode="#,##0">
                  <c:v>27882</c:v>
                </c:pt>
                <c:pt idx="27" formatCode="#,##0">
                  <c:v>27017</c:v>
                </c:pt>
                <c:pt idx="28" formatCode="#,##0">
                  <c:v>25992</c:v>
                </c:pt>
                <c:pt idx="29" formatCode="#,##0">
                  <c:v>24857</c:v>
                </c:pt>
                <c:pt idx="30" formatCode="#,##0">
                  <c:v>23677</c:v>
                </c:pt>
                <c:pt idx="31" formatCode="#,##0">
                  <c:v>22477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3678-48F2-B810-055486DD30B4}"/>
            </c:ext>
          </c:extLst>
        </c:ser>
        <c:ser>
          <c:idx val="1"/>
          <c:order val="1"/>
          <c:tx>
            <c:strRef>
              <c:f>'Fayette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678-48F2-B810-055486DD30B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678-48F2-B810-055486DD30B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678-48F2-B810-055486DD30B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678-48F2-B810-055486DD30B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678-48F2-B810-055486DD30B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678-48F2-B810-055486DD30B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678-48F2-B810-055486DD30B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678-48F2-B810-055486DD30B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678-48F2-B810-055486DD30B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678-48F2-B810-055486DD30B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678-48F2-B810-055486DD30B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678-48F2-B810-055486DD30B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678-48F2-B810-055486DD30B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3678-48F2-B810-055486DD30B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678-48F2-B810-055486DD30B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678-48F2-B810-055486DD30B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678-48F2-B810-055486DD30B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678-48F2-B810-055486DD30B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678-48F2-B810-055486DD30B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678-48F2-B810-055486DD30B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678-48F2-B810-055486DD30B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3678-48F2-B810-055486DD30B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678-48F2-B810-055486DD30B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3678-48F2-B810-055486DD30B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3678-48F2-B810-055486DD30B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3678-48F2-B810-055486DD30B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3678-48F2-B810-055486DD30B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3678-48F2-B810-055486DD30B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3678-48F2-B810-055486DD30B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3678-48F2-B810-055486DD30B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3678-48F2-B810-055486DD30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'Fayette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'Fayette County'!$D$2:$D$33</c:f>
              <c:numCache>
                <c:formatCode>General</c:formatCode>
                <c:ptCount val="32"/>
                <c:pt idx="25" formatCode="#,##0">
                  <c:v>28552</c:v>
                </c:pt>
                <c:pt idx="26" formatCode="#,##0">
                  <c:v>28177</c:v>
                </c:pt>
                <c:pt idx="27" formatCode="#,##0">
                  <c:v>27562</c:v>
                </c:pt>
                <c:pt idx="28" formatCode="#,##0">
                  <c:v>26797</c:v>
                </c:pt>
                <c:pt idx="29" formatCode="#,##0">
                  <c:v>25917</c:v>
                </c:pt>
                <c:pt idx="30" formatCode="#,##0">
                  <c:v>24977</c:v>
                </c:pt>
                <c:pt idx="31" formatCode="#,##0">
                  <c:v>24022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3678-48F2-B810-055486DD30B4}"/>
            </c:ext>
          </c:extLst>
        </c:ser>
        <c:ser>
          <c:idx val="2"/>
          <c:order val="2"/>
          <c:tx>
            <c:strRef>
              <c:f>'Fayette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3678-48F2-B810-055486DD30B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3678-48F2-B810-055486DD30B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3678-48F2-B810-055486DD30B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3678-48F2-B810-055486DD30B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3678-48F2-B810-055486DD30B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3678-48F2-B810-055486DD30B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3678-48F2-B810-055486DD30B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3678-48F2-B810-055486DD30B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3678-48F2-B810-055486DD30B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3678-48F2-B810-055486DD30B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3678-48F2-B810-055486DD30B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3678-48F2-B810-055486DD30B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3678-48F2-B810-055486DD30B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3678-48F2-B810-055486DD30B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3678-48F2-B810-055486DD30B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3678-48F2-B810-055486DD30B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3678-48F2-B810-055486DD30B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3678-48F2-B810-055486DD30B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3678-48F2-B810-055486DD30B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3678-48F2-B810-055486DD30B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3678-48F2-B810-055486DD30B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3678-48F2-B810-055486DD30B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3678-48F2-B810-055486DD30B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3678-48F2-B810-055486DD30B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3678-48F2-B810-055486DD30B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3678-48F2-B810-055486DD30B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3678-48F2-B810-055486DD30B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3678-48F2-B810-055486DD30B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3678-48F2-B810-055486DD30B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3678-48F2-B810-055486DD30B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3678-48F2-B810-055486DD30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'Fayette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'Fayette County'!$E$2:$E$33</c:f>
              <c:numCache>
                <c:formatCode>General</c:formatCode>
                <c:ptCount val="32"/>
                <c:pt idx="25" formatCode="#,##0">
                  <c:v>28552</c:v>
                </c:pt>
                <c:pt idx="26" formatCode="#,##0">
                  <c:v>28407</c:v>
                </c:pt>
                <c:pt idx="27" formatCode="#,##0">
                  <c:v>27987</c:v>
                </c:pt>
                <c:pt idx="28" formatCode="#,##0">
                  <c:v>27407</c:v>
                </c:pt>
                <c:pt idx="29" formatCode="#,##0">
                  <c:v>26737</c:v>
                </c:pt>
                <c:pt idx="30" formatCode="#,##0">
                  <c:v>25992</c:v>
                </c:pt>
                <c:pt idx="31" formatCode="#,##0">
                  <c:v>25247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3678-48F2-B810-055486DD30B4}"/>
            </c:ext>
          </c:extLst>
        </c:ser>
        <c:ser>
          <c:idx val="3"/>
          <c:order val="3"/>
          <c:tx>
            <c:strRef>
              <c:f>'Fayette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3.6194350706161726E-2"/>
                  <c:y val="0.1005475410464202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3678-48F2-B810-055486DD30B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3678-48F2-B810-055486DD30B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3678-48F2-B810-055486DD30B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3678-48F2-B810-055486DD30B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3678-48F2-B810-055486DD30B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3678-48F2-B810-055486DD30B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3678-48F2-B810-055486DD30B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3678-48F2-B810-055486DD30B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3678-48F2-B810-055486DD30B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3678-48F2-B810-055486DD30B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3678-48F2-B810-055486DD30B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3678-48F2-B810-055486DD30B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3678-48F2-B810-055486DD30B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3678-48F2-B810-055486DD30B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3678-48F2-B810-055486DD30B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3678-48F2-B810-055486DD30B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3678-48F2-B810-055486DD30B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3678-48F2-B810-055486DD30B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3678-48F2-B810-055486DD30B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3678-48F2-B810-055486DD30B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3678-48F2-B810-055486DD30B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3678-48F2-B810-055486DD30B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3678-48F2-B810-055486DD30B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3678-48F2-B810-055486DD30B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3678-48F2-B810-055486DD30B4}"/>
                </c:ext>
              </c:extLst>
            </c:dLbl>
            <c:dLbl>
              <c:idx val="25"/>
              <c:layout>
                <c:manualLayout>
                  <c:x val="-3.5234220722409754E-2"/>
                  <c:y val="0.1005475410464202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3678-48F2-B810-055486DD30B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3678-48F2-B810-055486DD30B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3678-48F2-B810-055486DD30B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3678-48F2-B810-055486DD30B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3678-48F2-B810-055486DD30B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3678-48F2-B810-055486DD30B4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3678-48F2-B810-055486DD30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'Fayette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'Fayette County'!$B$2:$B$33</c:f>
              <c:numCache>
                <c:formatCode>#,##0</c:formatCode>
                <c:ptCount val="32"/>
                <c:pt idx="0">
                  <c:v>28495</c:v>
                </c:pt>
                <c:pt idx="1">
                  <c:v>28310</c:v>
                </c:pt>
                <c:pt idx="2">
                  <c:v>28370</c:v>
                </c:pt>
                <c:pt idx="3">
                  <c:v>28450</c:v>
                </c:pt>
                <c:pt idx="4">
                  <c:v>28470</c:v>
                </c:pt>
                <c:pt idx="5">
                  <c:v>28695</c:v>
                </c:pt>
                <c:pt idx="6">
                  <c:v>28791</c:v>
                </c:pt>
                <c:pt idx="7">
                  <c:v>28908</c:v>
                </c:pt>
                <c:pt idx="8">
                  <c:v>28896</c:v>
                </c:pt>
                <c:pt idx="9">
                  <c:v>28929</c:v>
                </c:pt>
                <c:pt idx="10">
                  <c:v>29025</c:v>
                </c:pt>
                <c:pt idx="11">
                  <c:v>28916</c:v>
                </c:pt>
                <c:pt idx="12">
                  <c:v>28853</c:v>
                </c:pt>
                <c:pt idx="13">
                  <c:v>28810</c:v>
                </c:pt>
                <c:pt idx="14">
                  <c:v>28809</c:v>
                </c:pt>
                <c:pt idx="15">
                  <c:v>28811</c:v>
                </c:pt>
                <c:pt idx="16">
                  <c:v>28927</c:v>
                </c:pt>
                <c:pt idx="17">
                  <c:v>28938</c:v>
                </c:pt>
                <c:pt idx="18">
                  <c:v>28919</c:v>
                </c:pt>
                <c:pt idx="19">
                  <c:v>28828</c:v>
                </c:pt>
                <c:pt idx="20">
                  <c:v>28969</c:v>
                </c:pt>
                <c:pt idx="21">
                  <c:v>28897</c:v>
                </c:pt>
                <c:pt idx="22">
                  <c:v>28812</c:v>
                </c:pt>
                <c:pt idx="23">
                  <c:v>28769</c:v>
                </c:pt>
                <c:pt idx="24">
                  <c:v>28709</c:v>
                </c:pt>
                <c:pt idx="25">
                  <c:v>28552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3678-48F2-B810-055486DD3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30001"/>
        <c:axId val="50030002"/>
      </c:scatterChart>
      <c:valAx>
        <c:axId val="5003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30002"/>
        <c:crosses val="autoZero"/>
        <c:crossBetween val="midCat"/>
        <c:majorUnit val="5"/>
      </c:valAx>
      <c:valAx>
        <c:axId val="5003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3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Franklin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'Franklin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6EF-409A-8D74-4C0FE406AE2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EF-409A-8D74-4C0FE406AE2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EF-409A-8D74-4C0FE406AE2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EF-409A-8D74-4C0FE406AE2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6EF-409A-8D74-4C0FE406AE2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EF-409A-8D74-4C0FE406AE2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EF-409A-8D74-4C0FE406AE2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EF-409A-8D74-4C0FE406AE2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EF-409A-8D74-4C0FE406AE2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EF-409A-8D74-4C0FE406AE2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6EF-409A-8D74-4C0FE406AE2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6EF-409A-8D74-4C0FE406AE2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6EF-409A-8D74-4C0FE406AE2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6EF-409A-8D74-4C0FE406AE2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6EF-409A-8D74-4C0FE406AE2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6EF-409A-8D74-4C0FE406AE2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6EF-409A-8D74-4C0FE406AE2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6EF-409A-8D74-4C0FE406AE2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6EF-409A-8D74-4C0FE406AE2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6EF-409A-8D74-4C0FE406AE2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6EF-409A-8D74-4C0FE406AE2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6EF-409A-8D74-4C0FE406AE2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6EF-409A-8D74-4C0FE406AE2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6EF-409A-8D74-4C0FE406AE2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6EF-409A-8D74-4C0FE406AE2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6EF-409A-8D74-4C0FE406AE2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6EF-409A-8D74-4C0FE406AE2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6EF-409A-8D74-4C0FE406AE2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6EF-409A-8D74-4C0FE406AE2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6EF-409A-8D74-4C0FE406AE2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6EF-409A-8D74-4C0FE406AE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 County'!$C$2:$C$33</c:f>
              <c:numCache>
                <c:formatCode>General</c:formatCode>
                <c:ptCount val="32"/>
                <c:pt idx="25" formatCode="#,##0">
                  <c:v>1361536</c:v>
                </c:pt>
                <c:pt idx="26" formatCode="#,##0">
                  <c:v>1412611</c:v>
                </c:pt>
                <c:pt idx="27" formatCode="#,##0">
                  <c:v>1457656</c:v>
                </c:pt>
                <c:pt idx="28" formatCode="#,##0">
                  <c:v>1491751</c:v>
                </c:pt>
                <c:pt idx="29" formatCode="#,##0">
                  <c:v>1515951</c:v>
                </c:pt>
                <c:pt idx="30" formatCode="#,##0">
                  <c:v>1533531</c:v>
                </c:pt>
                <c:pt idx="31" formatCode="#,##0">
                  <c:v>1547166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66EF-409A-8D74-4C0FE406AE29}"/>
            </c:ext>
          </c:extLst>
        </c:ser>
        <c:ser>
          <c:idx val="1"/>
          <c:order val="1"/>
          <c:tx>
            <c:strRef>
              <c:f>'Franklin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6EF-409A-8D74-4C0FE406AE2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6EF-409A-8D74-4C0FE406AE2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6EF-409A-8D74-4C0FE406AE2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6EF-409A-8D74-4C0FE406AE2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6EF-409A-8D74-4C0FE406AE2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6EF-409A-8D74-4C0FE406AE2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6EF-409A-8D74-4C0FE406AE2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6EF-409A-8D74-4C0FE406AE2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6EF-409A-8D74-4C0FE406AE2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6EF-409A-8D74-4C0FE406AE2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66EF-409A-8D74-4C0FE406AE2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66EF-409A-8D74-4C0FE406AE2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66EF-409A-8D74-4C0FE406AE2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66EF-409A-8D74-4C0FE406AE2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66EF-409A-8D74-4C0FE406AE2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66EF-409A-8D74-4C0FE406AE2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66EF-409A-8D74-4C0FE406AE2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66EF-409A-8D74-4C0FE406AE2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66EF-409A-8D74-4C0FE406AE2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66EF-409A-8D74-4C0FE406AE2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66EF-409A-8D74-4C0FE406AE2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66EF-409A-8D74-4C0FE406AE2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66EF-409A-8D74-4C0FE406AE2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66EF-409A-8D74-4C0FE406AE2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66EF-409A-8D74-4C0FE406AE2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66EF-409A-8D74-4C0FE406AE2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66EF-409A-8D74-4C0FE406AE2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66EF-409A-8D74-4C0FE406AE2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66EF-409A-8D74-4C0FE406AE2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66EF-409A-8D74-4C0FE406AE2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66EF-409A-8D74-4C0FE406AE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 County'!$D$2:$D$33</c:f>
              <c:numCache>
                <c:formatCode>General</c:formatCode>
                <c:ptCount val="32"/>
                <c:pt idx="25" formatCode="#,##0">
                  <c:v>1361536</c:v>
                </c:pt>
                <c:pt idx="26" formatCode="#,##0">
                  <c:v>1426271</c:v>
                </c:pt>
                <c:pt idx="27" formatCode="#,##0">
                  <c:v>1486151</c:v>
                </c:pt>
                <c:pt idx="28" formatCode="#,##0">
                  <c:v>1536216</c:v>
                </c:pt>
                <c:pt idx="29" formatCode="#,##0">
                  <c:v>1576811</c:v>
                </c:pt>
                <c:pt idx="30" formatCode="#,##0">
                  <c:v>1610786</c:v>
                </c:pt>
                <c:pt idx="31" formatCode="#,##0">
                  <c:v>1640746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66EF-409A-8D74-4C0FE406AE29}"/>
            </c:ext>
          </c:extLst>
        </c:ser>
        <c:ser>
          <c:idx val="2"/>
          <c:order val="2"/>
          <c:tx>
            <c:strRef>
              <c:f>'Franklin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66EF-409A-8D74-4C0FE406AE2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66EF-409A-8D74-4C0FE406AE2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66EF-409A-8D74-4C0FE406AE2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66EF-409A-8D74-4C0FE406AE2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66EF-409A-8D74-4C0FE406AE2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66EF-409A-8D74-4C0FE406AE2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66EF-409A-8D74-4C0FE406AE2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66EF-409A-8D74-4C0FE406AE2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66EF-409A-8D74-4C0FE406AE2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66EF-409A-8D74-4C0FE406AE2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66EF-409A-8D74-4C0FE406AE2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66EF-409A-8D74-4C0FE406AE2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66EF-409A-8D74-4C0FE406AE2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66EF-409A-8D74-4C0FE406AE2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66EF-409A-8D74-4C0FE406AE2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66EF-409A-8D74-4C0FE406AE2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66EF-409A-8D74-4C0FE406AE2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66EF-409A-8D74-4C0FE406AE2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66EF-409A-8D74-4C0FE406AE2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66EF-409A-8D74-4C0FE406AE2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66EF-409A-8D74-4C0FE406AE2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66EF-409A-8D74-4C0FE406AE2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66EF-409A-8D74-4C0FE406AE2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66EF-409A-8D74-4C0FE406AE2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66EF-409A-8D74-4C0FE406AE2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66EF-409A-8D74-4C0FE406AE2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66EF-409A-8D74-4C0FE406AE2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66EF-409A-8D74-4C0FE406AE2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66EF-409A-8D74-4C0FE406AE2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66EF-409A-8D74-4C0FE406AE2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66EF-409A-8D74-4C0FE406AE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 County'!$E$2:$E$33</c:f>
              <c:numCache>
                <c:formatCode>General</c:formatCode>
                <c:ptCount val="32"/>
                <c:pt idx="25" formatCode="#,##0">
                  <c:v>1361536</c:v>
                </c:pt>
                <c:pt idx="26" formatCode="#,##0">
                  <c:v>1440841</c:v>
                </c:pt>
                <c:pt idx="27" formatCode="#,##0">
                  <c:v>1516546</c:v>
                </c:pt>
                <c:pt idx="28" formatCode="#,##0">
                  <c:v>1583641</c:v>
                </c:pt>
                <c:pt idx="29" formatCode="#,##0">
                  <c:v>1641716</c:v>
                </c:pt>
                <c:pt idx="30" formatCode="#,##0">
                  <c:v>1693181</c:v>
                </c:pt>
                <c:pt idx="31" formatCode="#,##0">
                  <c:v>1740556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66EF-409A-8D74-4C0FE406AE29}"/>
            </c:ext>
          </c:extLst>
        </c:ser>
        <c:ser>
          <c:idx val="3"/>
          <c:order val="3"/>
          <c:tx>
            <c:strRef>
              <c:f>'Franklin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7341207349081364E-2"/>
                  <c:y val="0.1175791712167365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66EF-409A-8D74-4C0FE406AE29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66EF-409A-8D74-4C0FE406AE29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66EF-409A-8D74-4C0FE406AE29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66EF-409A-8D74-4C0FE406AE29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66EF-409A-8D74-4C0FE406AE29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66EF-409A-8D74-4C0FE406AE29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66EF-409A-8D74-4C0FE406AE29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66EF-409A-8D74-4C0FE406AE29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66EF-409A-8D74-4C0FE406AE29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66EF-409A-8D74-4C0FE406AE29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66EF-409A-8D74-4C0FE406AE2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66EF-409A-8D74-4C0FE406AE2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66EF-409A-8D74-4C0FE406AE2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66EF-409A-8D74-4C0FE406AE2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66EF-409A-8D74-4C0FE406AE2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66EF-409A-8D74-4C0FE406AE2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66EF-409A-8D74-4C0FE406AE2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66EF-409A-8D74-4C0FE406AE2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66EF-409A-8D74-4C0FE406AE2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66EF-409A-8D74-4C0FE406AE2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66EF-409A-8D74-4C0FE406AE2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66EF-409A-8D74-4C0FE406AE2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66EF-409A-8D74-4C0FE406AE2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66EF-409A-8D74-4C0FE406AE2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66EF-409A-8D74-4C0FE406AE29}"/>
                </c:ext>
              </c:extLst>
            </c:dLbl>
            <c:dLbl>
              <c:idx val="25"/>
              <c:layout>
                <c:manualLayout>
                  <c:x val="-4.7261967254093241E-2"/>
                  <c:y val="8.59490009004348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66EF-409A-8D74-4C0FE406AE2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66EF-409A-8D74-4C0FE406AE2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66EF-409A-8D74-4C0FE406AE2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66EF-409A-8D74-4C0FE406AE2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66EF-409A-8D74-4C0FE406AE2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66EF-409A-8D74-4C0FE406AE29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66EF-409A-8D74-4C0FE406AE2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 County'!$B$2:$B$33</c:f>
              <c:numCache>
                <c:formatCode>#,##0</c:formatCode>
                <c:ptCount val="32"/>
                <c:pt idx="0">
                  <c:v>1072018</c:v>
                </c:pt>
                <c:pt idx="1">
                  <c:v>1082938</c:v>
                </c:pt>
                <c:pt idx="2">
                  <c:v>1088693</c:v>
                </c:pt>
                <c:pt idx="3">
                  <c:v>1095250</c:v>
                </c:pt>
                <c:pt idx="4">
                  <c:v>1099603</c:v>
                </c:pt>
                <c:pt idx="5">
                  <c:v>1105497</c:v>
                </c:pt>
                <c:pt idx="6">
                  <c:v>1115924</c:v>
                </c:pt>
                <c:pt idx="7">
                  <c:v>1127174</c:v>
                </c:pt>
                <c:pt idx="8">
                  <c:v>1141183</c:v>
                </c:pt>
                <c:pt idx="9">
                  <c:v>1155408</c:v>
                </c:pt>
                <c:pt idx="10">
                  <c:v>1166217</c:v>
                </c:pt>
                <c:pt idx="11">
                  <c:v>1180911</c:v>
                </c:pt>
                <c:pt idx="12">
                  <c:v>1199247</c:v>
                </c:pt>
                <c:pt idx="13">
                  <c:v>1219172</c:v>
                </c:pt>
                <c:pt idx="14">
                  <c:v>1238740</c:v>
                </c:pt>
                <c:pt idx="15">
                  <c:v>1257869</c:v>
                </c:pt>
                <c:pt idx="16">
                  <c:v>1275185</c:v>
                </c:pt>
                <c:pt idx="17">
                  <c:v>1296343</c:v>
                </c:pt>
                <c:pt idx="18">
                  <c:v>1308564</c:v>
                </c:pt>
                <c:pt idx="19">
                  <c:v>1318727</c:v>
                </c:pt>
                <c:pt idx="20">
                  <c:v>1324478</c:v>
                </c:pt>
                <c:pt idx="21">
                  <c:v>1317228</c:v>
                </c:pt>
                <c:pt idx="22">
                  <c:v>1326392</c:v>
                </c:pt>
                <c:pt idx="23">
                  <c:v>1337095</c:v>
                </c:pt>
                <c:pt idx="24">
                  <c:v>1352656</c:v>
                </c:pt>
                <c:pt idx="25">
                  <c:v>1361536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66EF-409A-8D74-4C0FE406A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40001"/>
        <c:axId val="50040002"/>
      </c:scatterChart>
      <c:valAx>
        <c:axId val="5004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40002"/>
        <c:crosses val="autoZero"/>
        <c:crossBetween val="midCat"/>
        <c:majorUnit val="5"/>
      </c:valAx>
      <c:valAx>
        <c:axId val="5004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4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Hocking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'Hocking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076-4649-A652-82E4DB2AD1E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76-4649-A652-82E4DB2AD1E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076-4649-A652-82E4DB2AD1E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76-4649-A652-82E4DB2AD1E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076-4649-A652-82E4DB2AD1E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76-4649-A652-82E4DB2AD1E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076-4649-A652-82E4DB2AD1E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76-4649-A652-82E4DB2AD1E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076-4649-A652-82E4DB2AD1E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76-4649-A652-82E4DB2AD1E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076-4649-A652-82E4DB2AD1E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76-4649-A652-82E4DB2AD1E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076-4649-A652-82E4DB2AD1E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76-4649-A652-82E4DB2AD1E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076-4649-A652-82E4DB2AD1E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76-4649-A652-82E4DB2AD1E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076-4649-A652-82E4DB2AD1E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076-4649-A652-82E4DB2AD1E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076-4649-A652-82E4DB2AD1E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076-4649-A652-82E4DB2AD1E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076-4649-A652-82E4DB2AD1E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076-4649-A652-82E4DB2AD1E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076-4649-A652-82E4DB2AD1E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076-4649-A652-82E4DB2AD1E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076-4649-A652-82E4DB2AD1E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076-4649-A652-82E4DB2AD1E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076-4649-A652-82E4DB2AD1E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076-4649-A652-82E4DB2AD1E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076-4649-A652-82E4DB2AD1E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076-4649-A652-82E4DB2AD1E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076-4649-A652-82E4DB2AD1E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'Hocking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'Hocking County'!$C$2:$C$33</c:f>
              <c:numCache>
                <c:formatCode>General</c:formatCode>
                <c:ptCount val="32"/>
                <c:pt idx="25" formatCode="#,##0">
                  <c:v>27512</c:v>
                </c:pt>
                <c:pt idx="26" formatCode="#,##0">
                  <c:v>26307</c:v>
                </c:pt>
                <c:pt idx="27" formatCode="#,##0">
                  <c:v>24942</c:v>
                </c:pt>
                <c:pt idx="28" formatCode="#,##0">
                  <c:v>23487</c:v>
                </c:pt>
                <c:pt idx="29" formatCode="#,##0">
                  <c:v>22022</c:v>
                </c:pt>
                <c:pt idx="30" formatCode="#,##0">
                  <c:v>20412</c:v>
                </c:pt>
                <c:pt idx="31" formatCode="#,##0">
                  <c:v>18822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B076-4649-A652-82E4DB2AD1E7}"/>
            </c:ext>
          </c:extLst>
        </c:ser>
        <c:ser>
          <c:idx val="1"/>
          <c:order val="1"/>
          <c:tx>
            <c:strRef>
              <c:f>'Hocking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076-4649-A652-82E4DB2AD1E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076-4649-A652-82E4DB2AD1E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B076-4649-A652-82E4DB2AD1E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076-4649-A652-82E4DB2AD1E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076-4649-A652-82E4DB2AD1E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076-4649-A652-82E4DB2AD1E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076-4649-A652-82E4DB2AD1E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B076-4649-A652-82E4DB2AD1E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B076-4649-A652-82E4DB2AD1E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B076-4649-A652-82E4DB2AD1E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B076-4649-A652-82E4DB2AD1E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B076-4649-A652-82E4DB2AD1E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B076-4649-A652-82E4DB2AD1E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B076-4649-A652-82E4DB2AD1E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B076-4649-A652-82E4DB2AD1E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B076-4649-A652-82E4DB2AD1E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B076-4649-A652-82E4DB2AD1E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B076-4649-A652-82E4DB2AD1E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B076-4649-A652-82E4DB2AD1E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B076-4649-A652-82E4DB2AD1E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B076-4649-A652-82E4DB2AD1E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B076-4649-A652-82E4DB2AD1E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B076-4649-A652-82E4DB2AD1E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B076-4649-A652-82E4DB2AD1E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B076-4649-A652-82E4DB2AD1E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B076-4649-A652-82E4DB2AD1E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B076-4649-A652-82E4DB2AD1E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B076-4649-A652-82E4DB2AD1E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B076-4649-A652-82E4DB2AD1E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B076-4649-A652-82E4DB2AD1E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B076-4649-A652-82E4DB2AD1E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'Hocking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'Hocking County'!$D$2:$D$33</c:f>
              <c:numCache>
                <c:formatCode>General</c:formatCode>
                <c:ptCount val="32"/>
                <c:pt idx="25" formatCode="#,##0">
                  <c:v>27512</c:v>
                </c:pt>
                <c:pt idx="26" formatCode="#,##0">
                  <c:v>26682</c:v>
                </c:pt>
                <c:pt idx="27" formatCode="#,##0">
                  <c:v>25687</c:v>
                </c:pt>
                <c:pt idx="28" formatCode="#,##0">
                  <c:v>24602</c:v>
                </c:pt>
                <c:pt idx="29" formatCode="#,##0">
                  <c:v>23492</c:v>
                </c:pt>
                <c:pt idx="30" formatCode="#,##0">
                  <c:v>22252</c:v>
                </c:pt>
                <c:pt idx="31" formatCode="#,##0">
                  <c:v>21017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B076-4649-A652-82E4DB2AD1E7}"/>
            </c:ext>
          </c:extLst>
        </c:ser>
        <c:ser>
          <c:idx val="2"/>
          <c:order val="2"/>
          <c:tx>
            <c:strRef>
              <c:f>'Hocking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B076-4649-A652-82E4DB2AD1E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B076-4649-A652-82E4DB2AD1E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B076-4649-A652-82E4DB2AD1E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B076-4649-A652-82E4DB2AD1E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B076-4649-A652-82E4DB2AD1E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B076-4649-A652-82E4DB2AD1E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B076-4649-A652-82E4DB2AD1E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B076-4649-A652-82E4DB2AD1E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B076-4649-A652-82E4DB2AD1E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B076-4649-A652-82E4DB2AD1E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B076-4649-A652-82E4DB2AD1E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B076-4649-A652-82E4DB2AD1E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B076-4649-A652-82E4DB2AD1E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B076-4649-A652-82E4DB2AD1E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B076-4649-A652-82E4DB2AD1E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B076-4649-A652-82E4DB2AD1E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B076-4649-A652-82E4DB2AD1E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B076-4649-A652-82E4DB2AD1E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B076-4649-A652-82E4DB2AD1E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B076-4649-A652-82E4DB2AD1E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B076-4649-A652-82E4DB2AD1E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B076-4649-A652-82E4DB2AD1E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B076-4649-A652-82E4DB2AD1E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B076-4649-A652-82E4DB2AD1E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B076-4649-A652-82E4DB2AD1E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B076-4649-A652-82E4DB2AD1E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B076-4649-A652-82E4DB2AD1E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B076-4649-A652-82E4DB2AD1E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B076-4649-A652-82E4DB2AD1E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B076-4649-A652-82E4DB2AD1E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B076-4649-A652-82E4DB2AD1E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'Hocking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'Hocking County'!$E$2:$E$33</c:f>
              <c:numCache>
                <c:formatCode>General</c:formatCode>
                <c:ptCount val="32"/>
                <c:pt idx="25" formatCode="#,##0">
                  <c:v>27512</c:v>
                </c:pt>
                <c:pt idx="26" formatCode="#,##0">
                  <c:v>26992</c:v>
                </c:pt>
                <c:pt idx="27" formatCode="#,##0">
                  <c:v>26307</c:v>
                </c:pt>
                <c:pt idx="28" formatCode="#,##0">
                  <c:v>25517</c:v>
                </c:pt>
                <c:pt idx="29" formatCode="#,##0">
                  <c:v>24702</c:v>
                </c:pt>
                <c:pt idx="30" formatCode="#,##0">
                  <c:v>23767</c:v>
                </c:pt>
                <c:pt idx="31" formatCode="#,##0">
                  <c:v>22827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B076-4649-A652-82E4DB2AD1E7}"/>
            </c:ext>
          </c:extLst>
        </c:ser>
        <c:ser>
          <c:idx val="3"/>
          <c:order val="3"/>
          <c:tx>
            <c:strRef>
              <c:f>'Hocking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3.1432445944256968E-2"/>
                  <c:y val="0.102980631070751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B076-4649-A652-82E4DB2AD1E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B076-4649-A652-82E4DB2AD1E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B076-4649-A652-82E4DB2AD1E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B076-4649-A652-82E4DB2AD1E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B076-4649-A652-82E4DB2AD1E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B076-4649-A652-82E4DB2AD1E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B076-4649-A652-82E4DB2AD1E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B076-4649-A652-82E4DB2AD1E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B076-4649-A652-82E4DB2AD1E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B076-4649-A652-82E4DB2AD1E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B076-4649-A652-82E4DB2AD1E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B076-4649-A652-82E4DB2AD1E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B076-4649-A652-82E4DB2AD1E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B076-4649-A652-82E4DB2AD1E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B076-4649-A652-82E4DB2AD1E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B076-4649-A652-82E4DB2AD1E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B076-4649-A652-82E4DB2AD1E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B076-4649-A652-82E4DB2AD1E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B076-4649-A652-82E4DB2AD1E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B076-4649-A652-82E4DB2AD1E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B076-4649-A652-82E4DB2AD1E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B076-4649-A652-82E4DB2AD1E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B076-4649-A652-82E4DB2AD1E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B076-4649-A652-82E4DB2AD1E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B076-4649-A652-82E4DB2AD1E7}"/>
                </c:ext>
              </c:extLst>
            </c:dLbl>
            <c:dLbl>
              <c:idx val="25"/>
              <c:layout>
                <c:manualLayout>
                  <c:x val="-3.8408823897012931E-2"/>
                  <c:y val="9.081518094909664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B076-4649-A652-82E4DB2AD1E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B076-4649-A652-82E4DB2AD1E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B076-4649-A652-82E4DB2AD1E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B076-4649-A652-82E4DB2AD1E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B076-4649-A652-82E4DB2AD1E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B076-4649-A652-82E4DB2AD1E7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B076-4649-A652-82E4DB2AD1E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'Hocking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'Hocking County'!$B$2:$B$33</c:f>
              <c:numCache>
                <c:formatCode>#,##0</c:formatCode>
                <c:ptCount val="32"/>
                <c:pt idx="0">
                  <c:v>28262</c:v>
                </c:pt>
                <c:pt idx="1">
                  <c:v>28452</c:v>
                </c:pt>
                <c:pt idx="2">
                  <c:v>28653</c:v>
                </c:pt>
                <c:pt idx="3">
                  <c:v>28823</c:v>
                </c:pt>
                <c:pt idx="4">
                  <c:v>28962</c:v>
                </c:pt>
                <c:pt idx="5">
                  <c:v>29058</c:v>
                </c:pt>
                <c:pt idx="6">
                  <c:v>29097</c:v>
                </c:pt>
                <c:pt idx="7">
                  <c:v>29418</c:v>
                </c:pt>
                <c:pt idx="8">
                  <c:v>29445</c:v>
                </c:pt>
                <c:pt idx="9">
                  <c:v>29358</c:v>
                </c:pt>
                <c:pt idx="10">
                  <c:v>29480</c:v>
                </c:pt>
                <c:pt idx="11">
                  <c:v>29459</c:v>
                </c:pt>
                <c:pt idx="12">
                  <c:v>29288</c:v>
                </c:pt>
                <c:pt idx="13">
                  <c:v>28629</c:v>
                </c:pt>
                <c:pt idx="14">
                  <c:v>28707</c:v>
                </c:pt>
                <c:pt idx="15">
                  <c:v>28451</c:v>
                </c:pt>
                <c:pt idx="16">
                  <c:v>28342</c:v>
                </c:pt>
                <c:pt idx="17">
                  <c:v>28369</c:v>
                </c:pt>
                <c:pt idx="18">
                  <c:v>28272</c:v>
                </c:pt>
                <c:pt idx="19">
                  <c:v>28150</c:v>
                </c:pt>
                <c:pt idx="20">
                  <c:v>28040</c:v>
                </c:pt>
                <c:pt idx="21">
                  <c:v>28109</c:v>
                </c:pt>
                <c:pt idx="22">
                  <c:v>27819</c:v>
                </c:pt>
                <c:pt idx="23">
                  <c:v>27560</c:v>
                </c:pt>
                <c:pt idx="24">
                  <c:v>27460</c:v>
                </c:pt>
                <c:pt idx="25">
                  <c:v>27512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B076-4649-A652-82E4DB2AD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50001"/>
        <c:axId val="50050002"/>
      </c:scatterChart>
      <c:valAx>
        <c:axId val="5005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50002"/>
        <c:crosses val="autoZero"/>
        <c:crossBetween val="midCat"/>
        <c:majorUnit val="5"/>
      </c:valAx>
      <c:valAx>
        <c:axId val="5005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5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Knox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'Knox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C9F-414C-BBDA-B3846C051A7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C9F-414C-BBDA-B3846C051A7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C9F-414C-BBDA-B3846C051A7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9F-414C-BBDA-B3846C051A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C9F-414C-BBDA-B3846C051A7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C9F-414C-BBDA-B3846C051A7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C9F-414C-BBDA-B3846C051A7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C9F-414C-BBDA-B3846C051A7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C9F-414C-BBDA-B3846C051A7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C9F-414C-BBDA-B3846C051A7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C9F-414C-BBDA-B3846C051A7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C9F-414C-BBDA-B3846C051A7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C9F-414C-BBDA-B3846C051A7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C9F-414C-BBDA-B3846C051A7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C9F-414C-BBDA-B3846C051A7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C9F-414C-BBDA-B3846C051A7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C9F-414C-BBDA-B3846C051A7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C9F-414C-BBDA-B3846C051A7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C9F-414C-BBDA-B3846C051A7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C9F-414C-BBDA-B3846C051A7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C9F-414C-BBDA-B3846C051A7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C9F-414C-BBDA-B3846C051A7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C9F-414C-BBDA-B3846C051A7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C9F-414C-BBDA-B3846C051A7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C9F-414C-BBDA-B3846C051A7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C9F-414C-BBDA-B3846C051A7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C9F-414C-BBDA-B3846C051A7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C9F-414C-BBDA-B3846C051A7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C9F-414C-BBDA-B3846C051A7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C9F-414C-BBDA-B3846C051A7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CC9F-414C-BBDA-B3846C051A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'Knox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'Knox County'!$C$2:$C$33</c:f>
              <c:numCache>
                <c:formatCode>General</c:formatCode>
                <c:ptCount val="32"/>
                <c:pt idx="25" formatCode="#,##0">
                  <c:v>64002</c:v>
                </c:pt>
                <c:pt idx="26" formatCode="#,##0">
                  <c:v>63377</c:v>
                </c:pt>
                <c:pt idx="27" formatCode="#,##0">
                  <c:v>62152</c:v>
                </c:pt>
                <c:pt idx="28" formatCode="#,##0">
                  <c:v>60432</c:v>
                </c:pt>
                <c:pt idx="29" formatCode="#,##0">
                  <c:v>58487</c:v>
                </c:pt>
                <c:pt idx="30" formatCode="#,##0">
                  <c:v>56547</c:v>
                </c:pt>
                <c:pt idx="31" formatCode="#,##0">
                  <c:v>54762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CC9F-414C-BBDA-B3846C051A74}"/>
            </c:ext>
          </c:extLst>
        </c:ser>
        <c:ser>
          <c:idx val="1"/>
          <c:order val="1"/>
          <c:tx>
            <c:strRef>
              <c:f>'Knox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CC9F-414C-BBDA-B3846C051A7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C9F-414C-BBDA-B3846C051A7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CC9F-414C-BBDA-B3846C051A7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C9F-414C-BBDA-B3846C051A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CC9F-414C-BBDA-B3846C051A7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C9F-414C-BBDA-B3846C051A7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CC9F-414C-BBDA-B3846C051A7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C9F-414C-BBDA-B3846C051A7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CC9F-414C-BBDA-B3846C051A7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C9F-414C-BBDA-B3846C051A7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CC9F-414C-BBDA-B3846C051A7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CC9F-414C-BBDA-B3846C051A7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CC9F-414C-BBDA-B3846C051A7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CC9F-414C-BBDA-B3846C051A7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CC9F-414C-BBDA-B3846C051A7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CC9F-414C-BBDA-B3846C051A7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CC9F-414C-BBDA-B3846C051A7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CC9F-414C-BBDA-B3846C051A7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CC9F-414C-BBDA-B3846C051A7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CC9F-414C-BBDA-B3846C051A7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CC9F-414C-BBDA-B3846C051A7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CC9F-414C-BBDA-B3846C051A7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CC9F-414C-BBDA-B3846C051A7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CC9F-414C-BBDA-B3846C051A7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CC9F-414C-BBDA-B3846C051A7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CC9F-414C-BBDA-B3846C051A7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CC9F-414C-BBDA-B3846C051A7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CC9F-414C-BBDA-B3846C051A7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CC9F-414C-BBDA-B3846C051A7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CC9F-414C-BBDA-B3846C051A7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CC9F-414C-BBDA-B3846C051A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'Knox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'Knox County'!$D$2:$D$33</c:f>
              <c:numCache>
                <c:formatCode>General</c:formatCode>
                <c:ptCount val="32"/>
                <c:pt idx="25" formatCode="#,##0">
                  <c:v>64002</c:v>
                </c:pt>
                <c:pt idx="26" formatCode="#,##0">
                  <c:v>64442</c:v>
                </c:pt>
                <c:pt idx="27" formatCode="#,##0">
                  <c:v>64292</c:v>
                </c:pt>
                <c:pt idx="28" formatCode="#,##0">
                  <c:v>63747</c:v>
                </c:pt>
                <c:pt idx="29" formatCode="#,##0">
                  <c:v>62987</c:v>
                </c:pt>
                <c:pt idx="30" formatCode="#,##0">
                  <c:v>62237</c:v>
                </c:pt>
                <c:pt idx="31" formatCode="#,##0">
                  <c:v>61672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CC9F-414C-BBDA-B3846C051A74}"/>
            </c:ext>
          </c:extLst>
        </c:ser>
        <c:ser>
          <c:idx val="2"/>
          <c:order val="2"/>
          <c:tx>
            <c:strRef>
              <c:f>'Knox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CC9F-414C-BBDA-B3846C051A7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CC9F-414C-BBDA-B3846C051A7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CC9F-414C-BBDA-B3846C051A7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CC9F-414C-BBDA-B3846C051A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CC9F-414C-BBDA-B3846C051A7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CC9F-414C-BBDA-B3846C051A7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CC9F-414C-BBDA-B3846C051A7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CC9F-414C-BBDA-B3846C051A7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CC9F-414C-BBDA-B3846C051A7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CC9F-414C-BBDA-B3846C051A7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CC9F-414C-BBDA-B3846C051A7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CC9F-414C-BBDA-B3846C051A7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CC9F-414C-BBDA-B3846C051A7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CC9F-414C-BBDA-B3846C051A7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CC9F-414C-BBDA-B3846C051A7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CC9F-414C-BBDA-B3846C051A7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CC9F-414C-BBDA-B3846C051A7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CC9F-414C-BBDA-B3846C051A7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CC9F-414C-BBDA-B3846C051A7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CC9F-414C-BBDA-B3846C051A7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CC9F-414C-BBDA-B3846C051A7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CC9F-414C-BBDA-B3846C051A7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CC9F-414C-BBDA-B3846C051A7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CC9F-414C-BBDA-B3846C051A7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CC9F-414C-BBDA-B3846C051A74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CC9F-414C-BBDA-B3846C051A7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CC9F-414C-BBDA-B3846C051A7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CC9F-414C-BBDA-B3846C051A7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CC9F-414C-BBDA-B3846C051A7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CC9F-414C-BBDA-B3846C051A7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CC9F-414C-BBDA-B3846C051A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'Knox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'Knox County'!$E$2:$E$33</c:f>
              <c:numCache>
                <c:formatCode>General</c:formatCode>
                <c:ptCount val="32"/>
                <c:pt idx="25" formatCode="#,##0">
                  <c:v>64002</c:v>
                </c:pt>
                <c:pt idx="26" formatCode="#,##0">
                  <c:v>65357</c:v>
                </c:pt>
                <c:pt idx="27" formatCode="#,##0">
                  <c:v>66167</c:v>
                </c:pt>
                <c:pt idx="28" formatCode="#,##0">
                  <c:v>66612</c:v>
                </c:pt>
                <c:pt idx="29" formatCode="#,##0">
                  <c:v>66897</c:v>
                </c:pt>
                <c:pt idx="30" formatCode="#,##0">
                  <c:v>67217</c:v>
                </c:pt>
                <c:pt idx="31" formatCode="#,##0">
                  <c:v>67682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CC9F-414C-BBDA-B3846C051A74}"/>
            </c:ext>
          </c:extLst>
        </c:ser>
        <c:ser>
          <c:idx val="3"/>
          <c:order val="3"/>
          <c:tx>
            <c:strRef>
              <c:f>'Knox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4.5718160229971251E-2"/>
                  <c:y val="7.864973082744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CC9F-414C-BBDA-B3846C051A74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CC9F-414C-BBDA-B3846C051A74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CC9F-414C-BBDA-B3846C051A74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CC9F-414C-BBDA-B3846C051A74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CC9F-414C-BBDA-B3846C051A74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CC9F-414C-BBDA-B3846C051A74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CC9F-414C-BBDA-B3846C051A74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CC9F-414C-BBDA-B3846C051A74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CC9F-414C-BBDA-B3846C051A74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CC9F-414C-BBDA-B3846C051A74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CC9F-414C-BBDA-B3846C051A74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CC9F-414C-BBDA-B3846C051A74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CC9F-414C-BBDA-B3846C051A74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CC9F-414C-BBDA-B3846C051A74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CC9F-414C-BBDA-B3846C051A74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CC9F-414C-BBDA-B3846C051A74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CC9F-414C-BBDA-B3846C051A74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CC9F-414C-BBDA-B3846C051A74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CC9F-414C-BBDA-B3846C051A74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CC9F-414C-BBDA-B3846C051A74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CC9F-414C-BBDA-B3846C051A74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CC9F-414C-BBDA-B3846C051A74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CC9F-414C-BBDA-B3846C051A74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CC9F-414C-BBDA-B3846C051A74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CC9F-414C-BBDA-B3846C051A74}"/>
                </c:ext>
              </c:extLst>
            </c:dLbl>
            <c:dLbl>
              <c:idx val="25"/>
              <c:layout>
                <c:manualLayout>
                  <c:x val="-3.8408823897012931E-2"/>
                  <c:y val="7.135046075444949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CC9F-414C-BBDA-B3846C051A74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CC9F-414C-BBDA-B3846C051A74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CC9F-414C-BBDA-B3846C051A74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CC9F-414C-BBDA-B3846C051A74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CC9F-414C-BBDA-B3846C051A74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CC9F-414C-BBDA-B3846C051A74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CC9F-414C-BBDA-B3846C051A7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'Knox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'Knox County'!$B$2:$B$33</c:f>
              <c:numCache>
                <c:formatCode>#,##0</c:formatCode>
                <c:ptCount val="32"/>
                <c:pt idx="0">
                  <c:v>54616</c:v>
                </c:pt>
                <c:pt idx="1">
                  <c:v>55460</c:v>
                </c:pt>
                <c:pt idx="2">
                  <c:v>56377</c:v>
                </c:pt>
                <c:pt idx="3">
                  <c:v>57232</c:v>
                </c:pt>
                <c:pt idx="4">
                  <c:v>57995</c:v>
                </c:pt>
                <c:pt idx="5">
                  <c:v>58641</c:v>
                </c:pt>
                <c:pt idx="6">
                  <c:v>59194</c:v>
                </c:pt>
                <c:pt idx="7">
                  <c:v>59843</c:v>
                </c:pt>
                <c:pt idx="8">
                  <c:v>60348</c:v>
                </c:pt>
                <c:pt idx="9">
                  <c:v>60633</c:v>
                </c:pt>
                <c:pt idx="10">
                  <c:v>61095</c:v>
                </c:pt>
                <c:pt idx="11">
                  <c:v>61331</c:v>
                </c:pt>
                <c:pt idx="12">
                  <c:v>60854</c:v>
                </c:pt>
                <c:pt idx="13">
                  <c:v>60988</c:v>
                </c:pt>
                <c:pt idx="14">
                  <c:v>61173</c:v>
                </c:pt>
                <c:pt idx="15">
                  <c:v>61216</c:v>
                </c:pt>
                <c:pt idx="16">
                  <c:v>61157</c:v>
                </c:pt>
                <c:pt idx="17">
                  <c:v>61581</c:v>
                </c:pt>
                <c:pt idx="18">
                  <c:v>62190</c:v>
                </c:pt>
                <c:pt idx="19">
                  <c:v>62541</c:v>
                </c:pt>
                <c:pt idx="20">
                  <c:v>62804</c:v>
                </c:pt>
                <c:pt idx="21">
                  <c:v>62505</c:v>
                </c:pt>
                <c:pt idx="22">
                  <c:v>63103</c:v>
                </c:pt>
                <c:pt idx="23">
                  <c:v>63186</c:v>
                </c:pt>
                <c:pt idx="24">
                  <c:v>63564</c:v>
                </c:pt>
                <c:pt idx="25">
                  <c:v>64002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CC9F-414C-BBDA-B3846C051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60001"/>
        <c:axId val="50060002"/>
      </c:scatterChart>
      <c:valAx>
        <c:axId val="5006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60002"/>
        <c:crosses val="autoZero"/>
        <c:crossBetween val="midCat"/>
        <c:majorUnit val="5"/>
      </c:valAx>
      <c:valAx>
        <c:axId val="5006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6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Licking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'Licking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46-4238-B429-6EB25995CA3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846-4238-B429-6EB25995CA3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846-4238-B429-6EB25995CA3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846-4238-B429-6EB25995CA3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846-4238-B429-6EB25995CA3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846-4238-B429-6EB25995CA3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846-4238-B429-6EB25995CA3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846-4238-B429-6EB25995CA3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846-4238-B429-6EB25995CA3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846-4238-B429-6EB25995CA3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846-4238-B429-6EB25995CA3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846-4238-B429-6EB25995CA3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846-4238-B429-6EB25995CA3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846-4238-B429-6EB25995CA3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846-4238-B429-6EB25995CA3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846-4238-B429-6EB25995CA3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2846-4238-B429-6EB25995CA3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2846-4238-B429-6EB25995CA3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846-4238-B429-6EB25995CA3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2846-4238-B429-6EB25995CA3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2846-4238-B429-6EB25995CA3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2846-4238-B429-6EB25995CA3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2846-4238-B429-6EB25995CA3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2846-4238-B429-6EB25995CA3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2846-4238-B429-6EB25995CA3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2846-4238-B429-6EB25995CA3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2846-4238-B429-6EB25995CA3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2846-4238-B429-6EB25995CA3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2846-4238-B429-6EB25995CA3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2846-4238-B429-6EB25995CA3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2846-4238-B429-6EB25995CA3F}"/>
                </c:ext>
              </c:extLst>
            </c:dLbl>
            <c:dLbl>
              <c:idx val="31"/>
              <c:layout>
                <c:manualLayout>
                  <c:x val="3.0158730158730159E-2"/>
                  <c:y val="3.64963503649634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2846-4238-B429-6EB25995CA3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'Licking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'Licking County'!$C$2:$C$33</c:f>
              <c:numCache>
                <c:formatCode>General</c:formatCode>
                <c:ptCount val="32"/>
                <c:pt idx="25" formatCode="#,##0">
                  <c:v>185564</c:v>
                </c:pt>
                <c:pt idx="26" formatCode="#,##0">
                  <c:v>188369</c:v>
                </c:pt>
                <c:pt idx="27" formatCode="#,##0">
                  <c:v>188719</c:v>
                </c:pt>
                <c:pt idx="28" formatCode="#,##0">
                  <c:v>187564</c:v>
                </c:pt>
                <c:pt idx="29" formatCode="#,##0">
                  <c:v>186004</c:v>
                </c:pt>
                <c:pt idx="30" formatCode="#,##0">
                  <c:v>184109</c:v>
                </c:pt>
                <c:pt idx="31" formatCode="#,##0">
                  <c:v>181924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2846-4238-B429-6EB25995CA3F}"/>
            </c:ext>
          </c:extLst>
        </c:ser>
        <c:ser>
          <c:idx val="1"/>
          <c:order val="1"/>
          <c:tx>
            <c:strRef>
              <c:f>'Licking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2846-4238-B429-6EB25995CA3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2846-4238-B429-6EB25995CA3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2846-4238-B429-6EB25995CA3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2846-4238-B429-6EB25995CA3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2846-4238-B429-6EB25995CA3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2846-4238-B429-6EB25995CA3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2846-4238-B429-6EB25995CA3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2846-4238-B429-6EB25995CA3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2846-4238-B429-6EB25995CA3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2846-4238-B429-6EB25995CA3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2846-4238-B429-6EB25995CA3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2846-4238-B429-6EB25995CA3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2846-4238-B429-6EB25995CA3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2846-4238-B429-6EB25995CA3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2846-4238-B429-6EB25995CA3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2846-4238-B429-6EB25995CA3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2846-4238-B429-6EB25995CA3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2846-4238-B429-6EB25995CA3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2846-4238-B429-6EB25995CA3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2846-4238-B429-6EB25995CA3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2846-4238-B429-6EB25995CA3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2846-4238-B429-6EB25995CA3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2846-4238-B429-6EB25995CA3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2846-4238-B429-6EB25995CA3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2846-4238-B429-6EB25995CA3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2846-4238-B429-6EB25995CA3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2846-4238-B429-6EB25995CA3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2846-4238-B429-6EB25995CA3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2846-4238-B429-6EB25995CA3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2846-4238-B429-6EB25995CA3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2846-4238-B429-6EB25995CA3F}"/>
                </c:ext>
              </c:extLst>
            </c:dLbl>
            <c:dLbl>
              <c:idx val="31"/>
              <c:layout>
                <c:manualLayout>
                  <c:x val="3.0158730158730159E-2"/>
                  <c:y val="-2.43309002433094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2846-4238-B429-6EB25995CA3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'Licking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'Licking County'!$D$2:$D$33</c:f>
              <c:numCache>
                <c:formatCode>General</c:formatCode>
                <c:ptCount val="32"/>
                <c:pt idx="25" formatCode="#,##0">
                  <c:v>185564</c:v>
                </c:pt>
                <c:pt idx="26" formatCode="#,##0">
                  <c:v>190544</c:v>
                </c:pt>
                <c:pt idx="27" formatCode="#,##0">
                  <c:v>193039</c:v>
                </c:pt>
                <c:pt idx="28" formatCode="#,##0">
                  <c:v>194124</c:v>
                </c:pt>
                <c:pt idx="29" formatCode="#,##0">
                  <c:v>194854</c:v>
                </c:pt>
                <c:pt idx="30" formatCode="#,##0">
                  <c:v>195329</c:v>
                </c:pt>
                <c:pt idx="31" formatCode="#,##0">
                  <c:v>195549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2846-4238-B429-6EB25995CA3F}"/>
            </c:ext>
          </c:extLst>
        </c:ser>
        <c:ser>
          <c:idx val="2"/>
          <c:order val="2"/>
          <c:tx>
            <c:strRef>
              <c:f>'Licking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2846-4238-B429-6EB25995CA3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2846-4238-B429-6EB25995CA3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2846-4238-B429-6EB25995CA3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2846-4238-B429-6EB25995CA3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2846-4238-B429-6EB25995CA3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2846-4238-B429-6EB25995CA3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2846-4238-B429-6EB25995CA3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2846-4238-B429-6EB25995CA3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2846-4238-B429-6EB25995CA3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2846-4238-B429-6EB25995CA3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2846-4238-B429-6EB25995CA3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2846-4238-B429-6EB25995CA3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2846-4238-B429-6EB25995CA3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2846-4238-B429-6EB25995CA3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2846-4238-B429-6EB25995CA3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2846-4238-B429-6EB25995CA3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2846-4238-B429-6EB25995CA3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2846-4238-B429-6EB25995CA3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2846-4238-B429-6EB25995CA3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2846-4238-B429-6EB25995CA3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2846-4238-B429-6EB25995CA3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2846-4238-B429-6EB25995CA3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2846-4238-B429-6EB25995CA3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2846-4238-B429-6EB25995CA3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2846-4238-B429-6EB25995CA3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2846-4238-B429-6EB25995CA3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2846-4238-B429-6EB25995CA3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2846-4238-B429-6EB25995CA3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2846-4238-B429-6EB25995CA3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2846-4238-B429-6EB25995CA3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2846-4238-B429-6EB25995CA3F}"/>
                </c:ext>
              </c:extLst>
            </c:dLbl>
            <c:dLbl>
              <c:idx val="31"/>
              <c:layout>
                <c:manualLayout>
                  <c:x val="3.3333333333333215E-2"/>
                  <c:y val="-4.13625304136253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2846-4238-B429-6EB25995CA3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'Licking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'Licking County'!$E$2:$E$33</c:f>
              <c:numCache>
                <c:formatCode>General</c:formatCode>
                <c:ptCount val="32"/>
                <c:pt idx="25" formatCode="#,##0">
                  <c:v>185564</c:v>
                </c:pt>
                <c:pt idx="26" formatCode="#,##0">
                  <c:v>191779</c:v>
                </c:pt>
                <c:pt idx="27" formatCode="#,##0">
                  <c:v>195484</c:v>
                </c:pt>
                <c:pt idx="28" formatCode="#,##0">
                  <c:v>197824</c:v>
                </c:pt>
                <c:pt idx="29" formatCode="#,##0">
                  <c:v>199864</c:v>
                </c:pt>
                <c:pt idx="30" formatCode="#,##0">
                  <c:v>201654</c:v>
                </c:pt>
                <c:pt idx="31" formatCode="#,##0">
                  <c:v>203224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2-2846-4238-B429-6EB25995CA3F}"/>
            </c:ext>
          </c:extLst>
        </c:ser>
        <c:ser>
          <c:idx val="3"/>
          <c:order val="3"/>
          <c:tx>
            <c:strRef>
              <c:f>'Licking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1845144356955382E-2"/>
                  <c:y val="7.37835507787802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2846-4238-B429-6EB25995CA3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2846-4238-B429-6EB25995CA3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2846-4238-B429-6EB25995CA3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2846-4238-B429-6EB25995CA3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2846-4238-B429-6EB25995CA3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2846-4238-B429-6EB25995CA3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2846-4238-B429-6EB25995CA3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2846-4238-B429-6EB25995CA3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2846-4238-B429-6EB25995CA3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2846-4238-B429-6EB25995CA3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2846-4238-B429-6EB25995CA3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2846-4238-B429-6EB25995CA3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2846-4238-B429-6EB25995CA3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2846-4238-B429-6EB25995CA3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2846-4238-B429-6EB25995CA3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2846-4238-B429-6EB25995CA3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2846-4238-B429-6EB25995CA3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2846-4238-B429-6EB25995CA3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2846-4238-B429-6EB25995CA3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2846-4238-B429-6EB25995CA3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2846-4238-B429-6EB25995CA3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2846-4238-B429-6EB25995CA3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2846-4238-B429-6EB25995CA3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2846-4238-B429-6EB25995CA3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2846-4238-B429-6EB25995CA3F}"/>
                </c:ext>
              </c:extLst>
            </c:dLbl>
            <c:dLbl>
              <c:idx val="25"/>
              <c:layout>
                <c:manualLayout>
                  <c:x val="-4.0059617547806521E-2"/>
                  <c:y val="6.64842807057876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2846-4238-B429-6EB25995CA3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2846-4238-B429-6EB25995CA3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2846-4238-B429-6EB25995CA3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2846-4238-B429-6EB25995CA3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2846-4238-B429-6EB25995CA3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2846-4238-B429-6EB25995CA3F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2846-4238-B429-6EB25995CA3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'Licking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'Licking County'!$B$2:$B$33</c:f>
              <c:numCache>
                <c:formatCode>#,##0</c:formatCode>
                <c:ptCount val="32"/>
                <c:pt idx="0">
                  <c:v>146268</c:v>
                </c:pt>
                <c:pt idx="1">
                  <c:v>148226</c:v>
                </c:pt>
                <c:pt idx="2">
                  <c:v>150061</c:v>
                </c:pt>
                <c:pt idx="3">
                  <c:v>152582</c:v>
                </c:pt>
                <c:pt idx="4">
                  <c:v>155264</c:v>
                </c:pt>
                <c:pt idx="5">
                  <c:v>157950</c:v>
                </c:pt>
                <c:pt idx="6">
                  <c:v>160263</c:v>
                </c:pt>
                <c:pt idx="7">
                  <c:v>162375</c:v>
                </c:pt>
                <c:pt idx="8">
                  <c:v>163916</c:v>
                </c:pt>
                <c:pt idx="9">
                  <c:v>165283</c:v>
                </c:pt>
                <c:pt idx="10">
                  <c:v>166739</c:v>
                </c:pt>
                <c:pt idx="11">
                  <c:v>167266</c:v>
                </c:pt>
                <c:pt idx="12">
                  <c:v>167765</c:v>
                </c:pt>
                <c:pt idx="13">
                  <c:v>168717</c:v>
                </c:pt>
                <c:pt idx="14">
                  <c:v>169748</c:v>
                </c:pt>
                <c:pt idx="15">
                  <c:v>171021</c:v>
                </c:pt>
                <c:pt idx="16">
                  <c:v>172522</c:v>
                </c:pt>
                <c:pt idx="17">
                  <c:v>174203</c:v>
                </c:pt>
                <c:pt idx="18">
                  <c:v>176286</c:v>
                </c:pt>
                <c:pt idx="19">
                  <c:v>177701</c:v>
                </c:pt>
                <c:pt idx="20">
                  <c:v>178786</c:v>
                </c:pt>
                <c:pt idx="21">
                  <c:v>179942</c:v>
                </c:pt>
                <c:pt idx="22">
                  <c:v>181702</c:v>
                </c:pt>
                <c:pt idx="23">
                  <c:v>183197</c:v>
                </c:pt>
                <c:pt idx="24">
                  <c:v>184340</c:v>
                </c:pt>
                <c:pt idx="25">
                  <c:v>185564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3-2846-4238-B429-6EB25995C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70001"/>
        <c:axId val="50070002"/>
      </c:scatterChart>
      <c:valAx>
        <c:axId val="5007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70002"/>
        <c:crosses val="autoZero"/>
        <c:crossBetween val="midCat"/>
        <c:majorUnit val="5"/>
      </c:valAx>
      <c:valAx>
        <c:axId val="5007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7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Logan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'Logan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78E-4445-8971-1E2529A165F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8E-4445-8971-1E2529A165F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78E-4445-8971-1E2529A165F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8E-4445-8971-1E2529A165F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78E-4445-8971-1E2529A165F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8E-4445-8971-1E2529A165F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78E-4445-8971-1E2529A165F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8E-4445-8971-1E2529A165F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78E-4445-8971-1E2529A165F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8E-4445-8971-1E2529A165F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78E-4445-8971-1E2529A165F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8E-4445-8971-1E2529A165F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78E-4445-8971-1E2529A165F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78E-4445-8971-1E2529A165F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78E-4445-8971-1E2529A165F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78E-4445-8971-1E2529A165F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78E-4445-8971-1E2529A165F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78E-4445-8971-1E2529A165F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78E-4445-8971-1E2529A165F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78E-4445-8971-1E2529A165F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E78E-4445-8971-1E2529A165F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E78E-4445-8971-1E2529A165F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E78E-4445-8971-1E2529A165F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78E-4445-8971-1E2529A165F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E78E-4445-8971-1E2529A165F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E78E-4445-8971-1E2529A165F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E78E-4445-8971-1E2529A165F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78E-4445-8971-1E2529A165F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E78E-4445-8971-1E2529A165F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78E-4445-8971-1E2529A165F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E78E-4445-8971-1E2529A165FF}"/>
                </c:ext>
              </c:extLst>
            </c:dLbl>
            <c:dLbl>
              <c:idx val="31"/>
              <c:layout>
                <c:manualLayout>
                  <c:x val="3.8095238095238099E-2"/>
                  <c:y val="4.866180048661800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E78E-4445-8971-1E2529A165F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'Logan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'Logan County'!$C$2:$C$33</c:f>
              <c:numCache>
                <c:formatCode>General</c:formatCode>
                <c:ptCount val="32"/>
                <c:pt idx="25" formatCode="#,##0">
                  <c:v>46302</c:v>
                </c:pt>
                <c:pt idx="26" formatCode="#,##0">
                  <c:v>44877</c:v>
                </c:pt>
                <c:pt idx="27" formatCode="#,##0">
                  <c:v>42972</c:v>
                </c:pt>
                <c:pt idx="28" formatCode="#,##0">
                  <c:v>40697</c:v>
                </c:pt>
                <c:pt idx="29" formatCode="#,##0">
                  <c:v>38197</c:v>
                </c:pt>
                <c:pt idx="30" formatCode="#,##0">
                  <c:v>35587</c:v>
                </c:pt>
                <c:pt idx="31" formatCode="#,##0">
                  <c:v>32987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E78E-4445-8971-1E2529A165FF}"/>
            </c:ext>
          </c:extLst>
        </c:ser>
        <c:ser>
          <c:idx val="1"/>
          <c:order val="1"/>
          <c:tx>
            <c:strRef>
              <c:f>'Logan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78E-4445-8971-1E2529A165F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E78E-4445-8971-1E2529A165F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78E-4445-8971-1E2529A165F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E78E-4445-8971-1E2529A165F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78E-4445-8971-1E2529A165F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E78E-4445-8971-1E2529A165F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78E-4445-8971-1E2529A165F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E78E-4445-8971-1E2529A165F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78E-4445-8971-1E2529A165F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E78E-4445-8971-1E2529A165F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E78E-4445-8971-1E2529A165F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E78E-4445-8971-1E2529A165F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E78E-4445-8971-1E2529A165F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E78E-4445-8971-1E2529A165F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E78E-4445-8971-1E2529A165F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E78E-4445-8971-1E2529A165F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E78E-4445-8971-1E2529A165F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E78E-4445-8971-1E2529A165F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E78E-4445-8971-1E2529A165F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E78E-4445-8971-1E2529A165F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E78E-4445-8971-1E2529A165F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E78E-4445-8971-1E2529A165F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E78E-4445-8971-1E2529A165F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E78E-4445-8971-1E2529A165F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E78E-4445-8971-1E2529A165F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E78E-4445-8971-1E2529A165F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E78E-4445-8971-1E2529A165F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E78E-4445-8971-1E2529A165F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E78E-4445-8971-1E2529A165F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E78E-4445-8971-1E2529A165F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E78E-4445-8971-1E2529A165FF}"/>
                </c:ext>
              </c:extLst>
            </c:dLbl>
            <c:dLbl>
              <c:idx val="31"/>
              <c:layout>
                <c:manualLayout>
                  <c:x val="3.8095238095238099E-2"/>
                  <c:y val="2.919708029197080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E78E-4445-8971-1E2529A165F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'Logan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'Logan County'!$D$2:$D$33</c:f>
              <c:numCache>
                <c:formatCode>General</c:formatCode>
                <c:ptCount val="32"/>
                <c:pt idx="25" formatCode="#,##0">
                  <c:v>46302</c:v>
                </c:pt>
                <c:pt idx="26" formatCode="#,##0">
                  <c:v>46077</c:v>
                </c:pt>
                <c:pt idx="27" formatCode="#,##0">
                  <c:v>45372</c:v>
                </c:pt>
                <c:pt idx="28" formatCode="#,##0">
                  <c:v>44347</c:v>
                </c:pt>
                <c:pt idx="29" formatCode="#,##0">
                  <c:v>43107</c:v>
                </c:pt>
                <c:pt idx="30" formatCode="#,##0">
                  <c:v>41732</c:v>
                </c:pt>
                <c:pt idx="31" formatCode="#,##0">
                  <c:v>40292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E78E-4445-8971-1E2529A165FF}"/>
            </c:ext>
          </c:extLst>
        </c:ser>
        <c:ser>
          <c:idx val="2"/>
          <c:order val="2"/>
          <c:tx>
            <c:strRef>
              <c:f>'Logan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E78E-4445-8971-1E2529A165F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E78E-4445-8971-1E2529A165F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E78E-4445-8971-1E2529A165F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E78E-4445-8971-1E2529A165F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E78E-4445-8971-1E2529A165F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E78E-4445-8971-1E2529A165F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E78E-4445-8971-1E2529A165F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E78E-4445-8971-1E2529A165F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E78E-4445-8971-1E2529A165F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E78E-4445-8971-1E2529A165F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E78E-4445-8971-1E2529A165F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E78E-4445-8971-1E2529A165F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E78E-4445-8971-1E2529A165F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E78E-4445-8971-1E2529A165F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E78E-4445-8971-1E2529A165F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E78E-4445-8971-1E2529A165F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E78E-4445-8971-1E2529A165F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E78E-4445-8971-1E2529A165F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E78E-4445-8971-1E2529A165F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E78E-4445-8971-1E2529A165F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E78E-4445-8971-1E2529A165F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E78E-4445-8971-1E2529A165F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E78E-4445-8971-1E2529A165F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E78E-4445-8971-1E2529A165F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E78E-4445-8971-1E2529A165F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E78E-4445-8971-1E2529A165F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E78E-4445-8971-1E2529A165F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E78E-4445-8971-1E2529A165F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E78E-4445-8971-1E2529A165F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E78E-4445-8971-1E2529A165F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E78E-4445-8971-1E2529A165FF}"/>
                </c:ext>
              </c:extLst>
            </c:dLbl>
            <c:dLbl>
              <c:idx val="31"/>
              <c:layout>
                <c:manualLayout>
                  <c:x val="3.8095238095238099E-2"/>
                  <c:y val="-3.64963503649635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E78E-4445-8971-1E2529A165F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'Logan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'Logan County'!$E$2:$E$33</c:f>
              <c:numCache>
                <c:formatCode>General</c:formatCode>
                <c:ptCount val="32"/>
                <c:pt idx="25" formatCode="#,##0">
                  <c:v>46302</c:v>
                </c:pt>
                <c:pt idx="26" formatCode="#,##0">
                  <c:v>46227</c:v>
                </c:pt>
                <c:pt idx="27" formatCode="#,##0">
                  <c:v>45667</c:v>
                </c:pt>
                <c:pt idx="28" formatCode="#,##0">
                  <c:v>44807</c:v>
                </c:pt>
                <c:pt idx="29" formatCode="#,##0">
                  <c:v>43727</c:v>
                </c:pt>
                <c:pt idx="30" formatCode="#,##0">
                  <c:v>42512</c:v>
                </c:pt>
                <c:pt idx="31" formatCode="#,##0">
                  <c:v>41247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2-E78E-4445-8971-1E2529A165FF}"/>
            </c:ext>
          </c:extLst>
        </c:ser>
        <c:ser>
          <c:idx val="3"/>
          <c:order val="3"/>
          <c:tx>
            <c:strRef>
              <c:f>'Logan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3.3019747531558556E-2"/>
                  <c:y val="0.1029806310707511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E78E-4445-8971-1E2529A165F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E78E-4445-8971-1E2529A165F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E78E-4445-8971-1E2529A165F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E78E-4445-8971-1E2529A165F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E78E-4445-8971-1E2529A165F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E78E-4445-8971-1E2529A165F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E78E-4445-8971-1E2529A165F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E78E-4445-8971-1E2529A165F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E78E-4445-8971-1E2529A165F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E78E-4445-8971-1E2529A165F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E78E-4445-8971-1E2529A165F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E78E-4445-8971-1E2529A165F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E78E-4445-8971-1E2529A165F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E78E-4445-8971-1E2529A165F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E78E-4445-8971-1E2529A165F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E78E-4445-8971-1E2529A165F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E78E-4445-8971-1E2529A165F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E78E-4445-8971-1E2529A165F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E78E-4445-8971-1E2529A165F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E78E-4445-8971-1E2529A165F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E78E-4445-8971-1E2529A165F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E78E-4445-8971-1E2529A165F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E78E-4445-8971-1E2529A165F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E78E-4445-8971-1E2529A165F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E78E-4445-8971-1E2529A165FF}"/>
                </c:ext>
              </c:extLst>
            </c:dLbl>
            <c:dLbl>
              <c:idx val="25"/>
              <c:layout>
                <c:manualLayout>
                  <c:x val="-3.6821522309711342E-2"/>
                  <c:y val="0.1102799011437438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E78E-4445-8971-1E2529A165F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E78E-4445-8971-1E2529A165F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E78E-4445-8971-1E2529A165F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E78E-4445-8971-1E2529A165F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E78E-4445-8971-1E2529A165F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E78E-4445-8971-1E2529A165FF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E78E-4445-8971-1E2529A165F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'Logan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'Logan County'!$B$2:$B$33</c:f>
              <c:numCache>
                <c:formatCode>#,##0</c:formatCode>
                <c:ptCount val="32"/>
                <c:pt idx="0">
                  <c:v>45984</c:v>
                </c:pt>
                <c:pt idx="1">
                  <c:v>45865</c:v>
                </c:pt>
                <c:pt idx="2">
                  <c:v>46089</c:v>
                </c:pt>
                <c:pt idx="3">
                  <c:v>46257</c:v>
                </c:pt>
                <c:pt idx="4">
                  <c:v>46247</c:v>
                </c:pt>
                <c:pt idx="5">
                  <c:v>46066</c:v>
                </c:pt>
                <c:pt idx="6">
                  <c:v>45902</c:v>
                </c:pt>
                <c:pt idx="7">
                  <c:v>46154</c:v>
                </c:pt>
                <c:pt idx="8">
                  <c:v>46115</c:v>
                </c:pt>
                <c:pt idx="9">
                  <c:v>46055</c:v>
                </c:pt>
                <c:pt idx="10">
                  <c:v>45761</c:v>
                </c:pt>
                <c:pt idx="11">
                  <c:v>45716</c:v>
                </c:pt>
                <c:pt idx="12">
                  <c:v>45575</c:v>
                </c:pt>
                <c:pt idx="13">
                  <c:v>45635</c:v>
                </c:pt>
                <c:pt idx="14">
                  <c:v>45786</c:v>
                </c:pt>
                <c:pt idx="15">
                  <c:v>45636</c:v>
                </c:pt>
                <c:pt idx="16">
                  <c:v>45599</c:v>
                </c:pt>
                <c:pt idx="17">
                  <c:v>45743</c:v>
                </c:pt>
                <c:pt idx="18">
                  <c:v>45890</c:v>
                </c:pt>
                <c:pt idx="19">
                  <c:v>46265</c:v>
                </c:pt>
                <c:pt idx="20">
                  <c:v>46117</c:v>
                </c:pt>
                <c:pt idx="21">
                  <c:v>46166</c:v>
                </c:pt>
                <c:pt idx="22">
                  <c:v>46067</c:v>
                </c:pt>
                <c:pt idx="23">
                  <c:v>46064</c:v>
                </c:pt>
                <c:pt idx="24">
                  <c:v>46072</c:v>
                </c:pt>
                <c:pt idx="25">
                  <c:v>46302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3-E78E-4445-8971-1E2529A16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80001"/>
        <c:axId val="50080002"/>
      </c:scatterChart>
      <c:valAx>
        <c:axId val="5008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80002"/>
        <c:crosses val="autoZero"/>
        <c:crossBetween val="midCat"/>
        <c:majorUnit val="5"/>
      </c:valAx>
      <c:valAx>
        <c:axId val="5008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8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Madison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'Madison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18C-4E4F-A728-E48744364E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8C-4E4F-A728-E48744364E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18C-4E4F-A728-E48744364E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8C-4E4F-A728-E48744364E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18C-4E4F-A728-E48744364E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18C-4E4F-A728-E48744364E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18C-4E4F-A728-E48744364E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18C-4E4F-A728-E48744364E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18C-4E4F-A728-E48744364E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8C-4E4F-A728-E48744364E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18C-4E4F-A728-E48744364E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18C-4E4F-A728-E48744364E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18C-4E4F-A728-E48744364E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918C-4E4F-A728-E48744364E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18C-4E4F-A728-E48744364E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18C-4E4F-A728-E48744364E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8C-4E4F-A728-E48744364E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918C-4E4F-A728-E48744364E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18C-4E4F-A728-E48744364E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918C-4E4F-A728-E48744364E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18C-4E4F-A728-E48744364E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918C-4E4F-A728-E48744364E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918C-4E4F-A728-E48744364E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918C-4E4F-A728-E48744364E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18C-4E4F-A728-E48744364E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918C-4E4F-A728-E48744364E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918C-4E4F-A728-E48744364E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918C-4E4F-A728-E48744364E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918C-4E4F-A728-E48744364E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918C-4E4F-A728-E48744364E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918C-4E4F-A728-E48744364E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'Madison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'Madison County'!$C$2:$C$33</c:f>
              <c:numCache>
                <c:formatCode>General</c:formatCode>
                <c:ptCount val="32"/>
                <c:pt idx="25" formatCode="#,##0">
                  <c:v>46985</c:v>
                </c:pt>
                <c:pt idx="26" formatCode="#,##0">
                  <c:v>45700</c:v>
                </c:pt>
                <c:pt idx="27" formatCode="#,##0">
                  <c:v>43775</c:v>
                </c:pt>
                <c:pt idx="28" formatCode="#,##0">
                  <c:v>41400</c:v>
                </c:pt>
                <c:pt idx="29" formatCode="#,##0">
                  <c:v>38825</c:v>
                </c:pt>
                <c:pt idx="30" formatCode="#,##0">
                  <c:v>36195</c:v>
                </c:pt>
                <c:pt idx="31" formatCode="#,##0">
                  <c:v>33570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918C-4E4F-A728-E48744364E3B}"/>
            </c:ext>
          </c:extLst>
        </c:ser>
        <c:ser>
          <c:idx val="1"/>
          <c:order val="1"/>
          <c:tx>
            <c:strRef>
              <c:f>'Madison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918C-4E4F-A728-E48744364E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918C-4E4F-A728-E48744364E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918C-4E4F-A728-E48744364E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918C-4E4F-A728-E48744364E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918C-4E4F-A728-E48744364E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918C-4E4F-A728-E48744364E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918C-4E4F-A728-E48744364E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918C-4E4F-A728-E48744364E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918C-4E4F-A728-E48744364E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918C-4E4F-A728-E48744364E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918C-4E4F-A728-E48744364E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918C-4E4F-A728-E48744364E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918C-4E4F-A728-E48744364E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918C-4E4F-A728-E48744364E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918C-4E4F-A728-E48744364E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918C-4E4F-A728-E48744364E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918C-4E4F-A728-E48744364E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918C-4E4F-A728-E48744364E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918C-4E4F-A728-E48744364E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918C-4E4F-A728-E48744364E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918C-4E4F-A728-E48744364E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918C-4E4F-A728-E48744364E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918C-4E4F-A728-E48744364E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918C-4E4F-A728-E48744364E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918C-4E4F-A728-E48744364E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918C-4E4F-A728-E48744364E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918C-4E4F-A728-E48744364E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918C-4E4F-A728-E48744364E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918C-4E4F-A728-E48744364E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918C-4E4F-A728-E48744364E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918C-4E4F-A728-E48744364E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'Madison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'Madison County'!$D$2:$D$33</c:f>
              <c:numCache>
                <c:formatCode>General</c:formatCode>
                <c:ptCount val="32"/>
                <c:pt idx="25" formatCode="#,##0">
                  <c:v>46985</c:v>
                </c:pt>
                <c:pt idx="26" formatCode="#,##0">
                  <c:v>48455</c:v>
                </c:pt>
                <c:pt idx="27" formatCode="#,##0">
                  <c:v>49320</c:v>
                </c:pt>
                <c:pt idx="28" formatCode="#,##0">
                  <c:v>49890</c:v>
                </c:pt>
                <c:pt idx="29" formatCode="#,##0">
                  <c:v>50410</c:v>
                </c:pt>
                <c:pt idx="30" formatCode="#,##0">
                  <c:v>50940</c:v>
                </c:pt>
                <c:pt idx="31" formatCode="#,##0">
                  <c:v>51500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918C-4E4F-A728-E48744364E3B}"/>
            </c:ext>
          </c:extLst>
        </c:ser>
        <c:ser>
          <c:idx val="2"/>
          <c:order val="2"/>
          <c:tx>
            <c:strRef>
              <c:f>'Madison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918C-4E4F-A728-E48744364E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918C-4E4F-A728-E48744364E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918C-4E4F-A728-E48744364E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918C-4E4F-A728-E48744364E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918C-4E4F-A728-E48744364E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918C-4E4F-A728-E48744364E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918C-4E4F-A728-E48744364E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918C-4E4F-A728-E48744364E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918C-4E4F-A728-E48744364E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918C-4E4F-A728-E48744364E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918C-4E4F-A728-E48744364E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918C-4E4F-A728-E48744364E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918C-4E4F-A728-E48744364E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918C-4E4F-A728-E48744364E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918C-4E4F-A728-E48744364E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918C-4E4F-A728-E48744364E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918C-4E4F-A728-E48744364E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918C-4E4F-A728-E48744364E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918C-4E4F-A728-E48744364E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918C-4E4F-A728-E48744364E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918C-4E4F-A728-E48744364E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918C-4E4F-A728-E48744364E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918C-4E4F-A728-E48744364E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918C-4E4F-A728-E48744364E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918C-4E4F-A728-E48744364E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918C-4E4F-A728-E48744364E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918C-4E4F-A728-E48744364E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918C-4E4F-A728-E48744364E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918C-4E4F-A728-E48744364E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918C-4E4F-A728-E48744364E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918C-4E4F-A728-E48744364E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'Madison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'Madison County'!$E$2:$E$33</c:f>
              <c:numCache>
                <c:formatCode>General</c:formatCode>
                <c:ptCount val="32"/>
                <c:pt idx="25" formatCode="#,##0">
                  <c:v>46985</c:v>
                </c:pt>
                <c:pt idx="26" formatCode="#,##0">
                  <c:v>50220</c:v>
                </c:pt>
                <c:pt idx="27" formatCode="#,##0">
                  <c:v>52875</c:v>
                </c:pt>
                <c:pt idx="28" formatCode="#,##0">
                  <c:v>55340</c:v>
                </c:pt>
                <c:pt idx="29" formatCode="#,##0">
                  <c:v>57865</c:v>
                </c:pt>
                <c:pt idx="30" formatCode="#,##0">
                  <c:v>60465</c:v>
                </c:pt>
                <c:pt idx="31" formatCode="#,##0">
                  <c:v>63115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918C-4E4F-A728-E48744364E3B}"/>
            </c:ext>
          </c:extLst>
        </c:ser>
        <c:ser>
          <c:idx val="3"/>
          <c:order val="3"/>
          <c:tx>
            <c:strRef>
              <c:f>'Madison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3495938007749032E-2"/>
                  <c:y val="6.40511906814567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918C-4E4F-A728-E48744364E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918C-4E4F-A728-E48744364E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918C-4E4F-A728-E48744364E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918C-4E4F-A728-E48744364E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918C-4E4F-A728-E48744364E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918C-4E4F-A728-E48744364E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918C-4E4F-A728-E48744364E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918C-4E4F-A728-E48744364E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918C-4E4F-A728-E48744364E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918C-4E4F-A728-E48744364E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918C-4E4F-A728-E48744364E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918C-4E4F-A728-E48744364E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918C-4E4F-A728-E48744364E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918C-4E4F-A728-E48744364E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918C-4E4F-A728-E48744364E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918C-4E4F-A728-E48744364E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918C-4E4F-A728-E48744364E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918C-4E4F-A728-E48744364E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918C-4E4F-A728-E48744364E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918C-4E4F-A728-E48744364E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918C-4E4F-A728-E48744364E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918C-4E4F-A728-E48744364E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918C-4E4F-A728-E48744364E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918C-4E4F-A728-E48744364E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918C-4E4F-A728-E48744364E3B}"/>
                </c:ext>
              </c:extLst>
            </c:dLbl>
            <c:dLbl>
              <c:idx val="25"/>
              <c:layout>
                <c:manualLayout>
                  <c:x val="-3.5234220722409754E-2"/>
                  <c:y val="0.107846811119412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918C-4E4F-A728-E48744364E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918C-4E4F-A728-E48744364E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918C-4E4F-A728-E48744364E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918C-4E4F-A728-E48744364E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918C-4E4F-A728-E48744364E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918C-4E4F-A728-E48744364E3B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918C-4E4F-A728-E48744364E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'Madison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'Madison County'!$B$2:$B$33</c:f>
              <c:numCache>
                <c:formatCode>#,##0</c:formatCode>
                <c:ptCount val="32"/>
                <c:pt idx="0">
                  <c:v>40218</c:v>
                </c:pt>
                <c:pt idx="1">
                  <c:v>40256</c:v>
                </c:pt>
                <c:pt idx="2">
                  <c:v>40539</c:v>
                </c:pt>
                <c:pt idx="3">
                  <c:v>40879</c:v>
                </c:pt>
                <c:pt idx="4">
                  <c:v>41122</c:v>
                </c:pt>
                <c:pt idx="5">
                  <c:v>41292</c:v>
                </c:pt>
                <c:pt idx="6">
                  <c:v>41865</c:v>
                </c:pt>
                <c:pt idx="7">
                  <c:v>42392</c:v>
                </c:pt>
                <c:pt idx="8">
                  <c:v>43163</c:v>
                </c:pt>
                <c:pt idx="9">
                  <c:v>43353</c:v>
                </c:pt>
                <c:pt idx="10">
                  <c:v>43414</c:v>
                </c:pt>
                <c:pt idx="11">
                  <c:v>43019</c:v>
                </c:pt>
                <c:pt idx="12">
                  <c:v>42814</c:v>
                </c:pt>
                <c:pt idx="13">
                  <c:v>43000</c:v>
                </c:pt>
                <c:pt idx="14">
                  <c:v>43644</c:v>
                </c:pt>
                <c:pt idx="15">
                  <c:v>43724</c:v>
                </c:pt>
                <c:pt idx="16">
                  <c:v>42895</c:v>
                </c:pt>
                <c:pt idx="17">
                  <c:v>43491</c:v>
                </c:pt>
                <c:pt idx="18">
                  <c:v>43726</c:v>
                </c:pt>
                <c:pt idx="19">
                  <c:v>44064</c:v>
                </c:pt>
                <c:pt idx="20">
                  <c:v>43864</c:v>
                </c:pt>
                <c:pt idx="21">
                  <c:v>44435</c:v>
                </c:pt>
                <c:pt idx="22">
                  <c:v>43569</c:v>
                </c:pt>
                <c:pt idx="23">
                  <c:v>44591</c:v>
                </c:pt>
                <c:pt idx="24">
                  <c:v>45788</c:v>
                </c:pt>
                <c:pt idx="25">
                  <c:v>46985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918C-4E4F-A728-E48744364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090001"/>
        <c:axId val="50090002"/>
      </c:scatterChart>
      <c:valAx>
        <c:axId val="5009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90002"/>
        <c:crosses val="autoZero"/>
        <c:crossBetween val="midCat"/>
        <c:majorUnit val="5"/>
      </c:valAx>
      <c:valAx>
        <c:axId val="5009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09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Marion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'Marion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25B-4101-BC42-9B544B14653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25B-4101-BC42-9B544B14653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25B-4101-BC42-9B544B14653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5B-4101-BC42-9B544B14653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25B-4101-BC42-9B544B14653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5B-4101-BC42-9B544B14653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25B-4101-BC42-9B544B14653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5B-4101-BC42-9B544B14653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25B-4101-BC42-9B544B14653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25B-4101-BC42-9B544B14653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25B-4101-BC42-9B544B14653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25B-4101-BC42-9B544B14653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25B-4101-BC42-9B544B14653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625B-4101-BC42-9B544B14653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625B-4101-BC42-9B544B14653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625B-4101-BC42-9B544B14653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25B-4101-BC42-9B544B14653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625B-4101-BC42-9B544B14653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625B-4101-BC42-9B544B14653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625B-4101-BC42-9B544B14653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625B-4101-BC42-9B544B14653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625B-4101-BC42-9B544B14653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625B-4101-BC42-9B544B14653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625B-4101-BC42-9B544B14653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625B-4101-BC42-9B544B14653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625B-4101-BC42-9B544B14653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625B-4101-BC42-9B544B14653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625B-4101-BC42-9B544B14653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625B-4101-BC42-9B544B14653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625B-4101-BC42-9B544B14653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625B-4101-BC42-9B544B1465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'Marion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'Marion County'!$C$2:$C$33</c:f>
              <c:numCache>
                <c:formatCode>General</c:formatCode>
                <c:ptCount val="32"/>
                <c:pt idx="25" formatCode="#,##0">
                  <c:v>65115</c:v>
                </c:pt>
                <c:pt idx="26" formatCode="#,##0">
                  <c:v>62885</c:v>
                </c:pt>
                <c:pt idx="27" formatCode="#,##0">
                  <c:v>59970</c:v>
                </c:pt>
                <c:pt idx="28" formatCode="#,##0">
                  <c:v>56665</c:v>
                </c:pt>
                <c:pt idx="29" formatCode="#,##0">
                  <c:v>53315</c:v>
                </c:pt>
                <c:pt idx="30" formatCode="#,##0">
                  <c:v>49980</c:v>
                </c:pt>
                <c:pt idx="31" formatCode="#,##0">
                  <c:v>46650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625B-4101-BC42-9B544B146532}"/>
            </c:ext>
          </c:extLst>
        </c:ser>
        <c:ser>
          <c:idx val="1"/>
          <c:order val="1"/>
          <c:tx>
            <c:strRef>
              <c:f>'Marion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625B-4101-BC42-9B544B14653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625B-4101-BC42-9B544B14653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625B-4101-BC42-9B544B14653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625B-4101-BC42-9B544B14653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625B-4101-BC42-9B544B14653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625B-4101-BC42-9B544B14653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625B-4101-BC42-9B544B14653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625B-4101-BC42-9B544B14653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625B-4101-BC42-9B544B14653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625B-4101-BC42-9B544B14653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625B-4101-BC42-9B544B14653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625B-4101-BC42-9B544B14653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625B-4101-BC42-9B544B14653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625B-4101-BC42-9B544B14653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625B-4101-BC42-9B544B14653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625B-4101-BC42-9B544B14653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625B-4101-BC42-9B544B14653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625B-4101-BC42-9B544B14653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625B-4101-BC42-9B544B14653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625B-4101-BC42-9B544B14653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625B-4101-BC42-9B544B14653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625B-4101-BC42-9B544B14653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625B-4101-BC42-9B544B14653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625B-4101-BC42-9B544B14653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625B-4101-BC42-9B544B14653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625B-4101-BC42-9B544B14653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625B-4101-BC42-9B544B14653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625B-4101-BC42-9B544B14653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625B-4101-BC42-9B544B14653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625B-4101-BC42-9B544B14653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625B-4101-BC42-9B544B1465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'Marion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'Marion County'!$D$2:$D$33</c:f>
              <c:numCache>
                <c:formatCode>General</c:formatCode>
                <c:ptCount val="32"/>
                <c:pt idx="25" formatCode="#,##0">
                  <c:v>65115</c:v>
                </c:pt>
                <c:pt idx="26" formatCode="#,##0">
                  <c:v>63645</c:v>
                </c:pt>
                <c:pt idx="27" formatCode="#,##0">
                  <c:v>61495</c:v>
                </c:pt>
                <c:pt idx="28" formatCode="#,##0">
                  <c:v>59000</c:v>
                </c:pt>
                <c:pt idx="29" formatCode="#,##0">
                  <c:v>56485</c:v>
                </c:pt>
                <c:pt idx="30" formatCode="#,##0">
                  <c:v>53975</c:v>
                </c:pt>
                <c:pt idx="31" formatCode="#,##0">
                  <c:v>51490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625B-4101-BC42-9B544B146532}"/>
            </c:ext>
          </c:extLst>
        </c:ser>
        <c:ser>
          <c:idx val="2"/>
          <c:order val="2"/>
          <c:tx>
            <c:strRef>
              <c:f>'Marion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625B-4101-BC42-9B544B14653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625B-4101-BC42-9B544B14653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625B-4101-BC42-9B544B14653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625B-4101-BC42-9B544B14653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625B-4101-BC42-9B544B14653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625B-4101-BC42-9B544B14653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625B-4101-BC42-9B544B14653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625B-4101-BC42-9B544B14653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625B-4101-BC42-9B544B14653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625B-4101-BC42-9B544B14653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625B-4101-BC42-9B544B14653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625B-4101-BC42-9B544B14653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625B-4101-BC42-9B544B14653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625B-4101-BC42-9B544B14653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625B-4101-BC42-9B544B14653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625B-4101-BC42-9B544B14653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625B-4101-BC42-9B544B14653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625B-4101-BC42-9B544B14653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625B-4101-BC42-9B544B14653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625B-4101-BC42-9B544B14653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625B-4101-BC42-9B544B14653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625B-4101-BC42-9B544B14653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625B-4101-BC42-9B544B14653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625B-4101-BC42-9B544B14653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625B-4101-BC42-9B544B14653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625B-4101-BC42-9B544B14653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625B-4101-BC42-9B544B14653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625B-4101-BC42-9B544B14653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625B-4101-BC42-9B544B14653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625B-4101-BC42-9B544B14653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625B-4101-BC42-9B544B1465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'Marion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'Marion County'!$E$2:$E$33</c:f>
              <c:numCache>
                <c:formatCode>General</c:formatCode>
                <c:ptCount val="32"/>
                <c:pt idx="25" formatCode="#,##0">
                  <c:v>65115</c:v>
                </c:pt>
                <c:pt idx="26" formatCode="#,##0">
                  <c:v>64835</c:v>
                </c:pt>
                <c:pt idx="27" formatCode="#,##0">
                  <c:v>63895</c:v>
                </c:pt>
                <c:pt idx="28" formatCode="#,##0">
                  <c:v>62655</c:v>
                </c:pt>
                <c:pt idx="29" formatCode="#,##0">
                  <c:v>61415</c:v>
                </c:pt>
                <c:pt idx="30" formatCode="#,##0">
                  <c:v>60210</c:v>
                </c:pt>
                <c:pt idx="31" formatCode="#,##0">
                  <c:v>59070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625B-4101-BC42-9B544B146532}"/>
            </c:ext>
          </c:extLst>
        </c:ser>
        <c:ser>
          <c:idx val="3"/>
          <c:order val="3"/>
          <c:tx>
            <c:strRef>
              <c:f>'Marion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6670541182352205E-2"/>
                  <c:y val="8.83820909247657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625B-4101-BC42-9B544B14653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625B-4101-BC42-9B544B14653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625B-4101-BC42-9B544B14653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625B-4101-BC42-9B544B14653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625B-4101-BC42-9B544B14653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625B-4101-BC42-9B544B14653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625B-4101-BC42-9B544B14653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625B-4101-BC42-9B544B14653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625B-4101-BC42-9B544B14653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625B-4101-BC42-9B544B14653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625B-4101-BC42-9B544B14653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625B-4101-BC42-9B544B14653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625B-4101-BC42-9B544B14653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625B-4101-BC42-9B544B14653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625B-4101-BC42-9B544B14653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625B-4101-BC42-9B544B14653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625B-4101-BC42-9B544B14653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625B-4101-BC42-9B544B14653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625B-4101-BC42-9B544B14653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625B-4101-BC42-9B544B14653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625B-4101-BC42-9B544B14653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625B-4101-BC42-9B544B14653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625B-4101-BC42-9B544B14653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625B-4101-BC42-9B544B14653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625B-4101-BC42-9B544B146532}"/>
                </c:ext>
              </c:extLst>
            </c:dLbl>
            <c:dLbl>
              <c:idx val="25"/>
              <c:layout>
                <c:manualLayout>
                  <c:x val="-3.6821522309711342E-2"/>
                  <c:y val="8.10828208517730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625B-4101-BC42-9B544B14653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625B-4101-BC42-9B544B14653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625B-4101-BC42-9B544B14653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625B-4101-BC42-9B544B14653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625B-4101-BC42-9B544B14653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625B-4101-BC42-9B544B146532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625B-4101-BC42-9B544B14653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'Marion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'Marion County'!$B$2:$B$33</c:f>
              <c:numCache>
                <c:formatCode>#,##0</c:formatCode>
                <c:ptCount val="32"/>
                <c:pt idx="0">
                  <c:v>66135</c:v>
                </c:pt>
                <c:pt idx="1">
                  <c:v>66156</c:v>
                </c:pt>
                <c:pt idx="2">
                  <c:v>66188</c:v>
                </c:pt>
                <c:pt idx="3">
                  <c:v>66372</c:v>
                </c:pt>
                <c:pt idx="4">
                  <c:v>66361</c:v>
                </c:pt>
                <c:pt idx="5">
                  <c:v>66468</c:v>
                </c:pt>
                <c:pt idx="6">
                  <c:v>66345</c:v>
                </c:pt>
                <c:pt idx="7">
                  <c:v>66487</c:v>
                </c:pt>
                <c:pt idx="8">
                  <c:v>66840</c:v>
                </c:pt>
                <c:pt idx="9">
                  <c:v>66497</c:v>
                </c:pt>
                <c:pt idx="10">
                  <c:v>66470</c:v>
                </c:pt>
                <c:pt idx="11">
                  <c:v>66669</c:v>
                </c:pt>
                <c:pt idx="12">
                  <c:v>66401</c:v>
                </c:pt>
                <c:pt idx="13">
                  <c:v>66139</c:v>
                </c:pt>
                <c:pt idx="14">
                  <c:v>66009</c:v>
                </c:pt>
                <c:pt idx="15">
                  <c:v>65701</c:v>
                </c:pt>
                <c:pt idx="16">
                  <c:v>65757</c:v>
                </c:pt>
                <c:pt idx="17">
                  <c:v>65433</c:v>
                </c:pt>
                <c:pt idx="18">
                  <c:v>65789</c:v>
                </c:pt>
                <c:pt idx="19">
                  <c:v>65465</c:v>
                </c:pt>
                <c:pt idx="20">
                  <c:v>65385</c:v>
                </c:pt>
                <c:pt idx="21">
                  <c:v>65285</c:v>
                </c:pt>
                <c:pt idx="22">
                  <c:v>64538</c:v>
                </c:pt>
                <c:pt idx="23">
                  <c:v>64768</c:v>
                </c:pt>
                <c:pt idx="24">
                  <c:v>64877</c:v>
                </c:pt>
                <c:pt idx="25">
                  <c:v>65115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625B-4101-BC42-9B544B1465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00001"/>
        <c:axId val="50100002"/>
      </c:scatterChart>
      <c:valAx>
        <c:axId val="5010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00002"/>
        <c:crosses val="autoZero"/>
        <c:crossBetween val="midCat"/>
        <c:majorUnit val="5"/>
      </c:valAx>
      <c:valAx>
        <c:axId val="5010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0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Morrow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'Morrow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5D-4016-BDFF-F2ADA2B4BF1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5D-4016-BDFF-F2ADA2B4BF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5D-4016-BDFF-F2ADA2B4BF1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5D-4016-BDFF-F2ADA2B4BF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5D-4016-BDFF-F2ADA2B4BF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5D-4016-BDFF-F2ADA2B4BF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85D-4016-BDFF-F2ADA2B4BF1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85D-4016-BDFF-F2ADA2B4BF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85D-4016-BDFF-F2ADA2B4BF1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85D-4016-BDFF-F2ADA2B4BF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85D-4016-BDFF-F2ADA2B4BF1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85D-4016-BDFF-F2ADA2B4BF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85D-4016-BDFF-F2ADA2B4BF1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85D-4016-BDFF-F2ADA2B4BF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85D-4016-BDFF-F2ADA2B4BF1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85D-4016-BDFF-F2ADA2B4BF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85D-4016-BDFF-F2ADA2B4BF1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F85D-4016-BDFF-F2ADA2B4BF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85D-4016-BDFF-F2ADA2B4BF1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F85D-4016-BDFF-F2ADA2B4BF1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F85D-4016-BDFF-F2ADA2B4BF1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F85D-4016-BDFF-F2ADA2B4BF1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F85D-4016-BDFF-F2ADA2B4BF1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F85D-4016-BDFF-F2ADA2B4BF1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F85D-4016-BDFF-F2ADA2B4BF1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F85D-4016-BDFF-F2ADA2B4BF1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F85D-4016-BDFF-F2ADA2B4BF1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F85D-4016-BDFF-F2ADA2B4BF1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F85D-4016-BDFF-F2ADA2B4BF1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F85D-4016-BDFF-F2ADA2B4BF1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F85D-4016-BDFF-F2ADA2B4BF1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'Morrow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'Morrow County'!$C$2:$C$33</c:f>
              <c:numCache>
                <c:formatCode>General</c:formatCode>
                <c:ptCount val="32"/>
                <c:pt idx="25" formatCode="#,##0">
                  <c:v>36305</c:v>
                </c:pt>
                <c:pt idx="26" formatCode="#,##0">
                  <c:v>35975</c:v>
                </c:pt>
                <c:pt idx="27" formatCode="#,##0">
                  <c:v>35180</c:v>
                </c:pt>
                <c:pt idx="28" formatCode="#,##0">
                  <c:v>34080</c:v>
                </c:pt>
                <c:pt idx="29" formatCode="#,##0">
                  <c:v>32855</c:v>
                </c:pt>
                <c:pt idx="30" formatCode="#,##0">
                  <c:v>31555</c:v>
                </c:pt>
                <c:pt idx="31" formatCode="#,##0">
                  <c:v>30245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F85D-4016-BDFF-F2ADA2B4BF18}"/>
            </c:ext>
          </c:extLst>
        </c:ser>
        <c:ser>
          <c:idx val="1"/>
          <c:order val="1"/>
          <c:tx>
            <c:strRef>
              <c:f>'Morrow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F85D-4016-BDFF-F2ADA2B4BF1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F85D-4016-BDFF-F2ADA2B4BF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F85D-4016-BDFF-F2ADA2B4BF1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F85D-4016-BDFF-F2ADA2B4BF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F85D-4016-BDFF-F2ADA2B4BF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F85D-4016-BDFF-F2ADA2B4BF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F85D-4016-BDFF-F2ADA2B4BF1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F85D-4016-BDFF-F2ADA2B4BF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F85D-4016-BDFF-F2ADA2B4BF1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F85D-4016-BDFF-F2ADA2B4BF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F85D-4016-BDFF-F2ADA2B4BF1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F85D-4016-BDFF-F2ADA2B4BF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F85D-4016-BDFF-F2ADA2B4BF1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F85D-4016-BDFF-F2ADA2B4BF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F85D-4016-BDFF-F2ADA2B4BF1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F85D-4016-BDFF-F2ADA2B4BF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F85D-4016-BDFF-F2ADA2B4BF1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F85D-4016-BDFF-F2ADA2B4BF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F85D-4016-BDFF-F2ADA2B4BF1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F85D-4016-BDFF-F2ADA2B4BF1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F85D-4016-BDFF-F2ADA2B4BF1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F85D-4016-BDFF-F2ADA2B4BF1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F85D-4016-BDFF-F2ADA2B4BF1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F85D-4016-BDFF-F2ADA2B4BF1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F85D-4016-BDFF-F2ADA2B4BF1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F85D-4016-BDFF-F2ADA2B4BF1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F85D-4016-BDFF-F2ADA2B4BF1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F85D-4016-BDFF-F2ADA2B4BF1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F85D-4016-BDFF-F2ADA2B4BF1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F85D-4016-BDFF-F2ADA2B4BF1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F85D-4016-BDFF-F2ADA2B4BF1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'Morrow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'Morrow County'!$D$2:$D$33</c:f>
              <c:numCache>
                <c:formatCode>General</c:formatCode>
                <c:ptCount val="32"/>
                <c:pt idx="25" formatCode="#,##0">
                  <c:v>36305</c:v>
                </c:pt>
                <c:pt idx="26" formatCode="#,##0">
                  <c:v>36320</c:v>
                </c:pt>
                <c:pt idx="27" formatCode="#,##0">
                  <c:v>35920</c:v>
                </c:pt>
                <c:pt idx="28" formatCode="#,##0">
                  <c:v>35225</c:v>
                </c:pt>
                <c:pt idx="29" formatCode="#,##0">
                  <c:v>34430</c:v>
                </c:pt>
                <c:pt idx="30" formatCode="#,##0">
                  <c:v>33560</c:v>
                </c:pt>
                <c:pt idx="31" formatCode="#,##0">
                  <c:v>32685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F85D-4016-BDFF-F2ADA2B4BF18}"/>
            </c:ext>
          </c:extLst>
        </c:ser>
        <c:ser>
          <c:idx val="2"/>
          <c:order val="2"/>
          <c:tx>
            <c:strRef>
              <c:f>'Morrow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F85D-4016-BDFF-F2ADA2B4BF1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F85D-4016-BDFF-F2ADA2B4BF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F85D-4016-BDFF-F2ADA2B4BF1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F85D-4016-BDFF-F2ADA2B4BF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F85D-4016-BDFF-F2ADA2B4BF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F85D-4016-BDFF-F2ADA2B4BF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F85D-4016-BDFF-F2ADA2B4BF1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F85D-4016-BDFF-F2ADA2B4BF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F85D-4016-BDFF-F2ADA2B4BF1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F85D-4016-BDFF-F2ADA2B4BF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F85D-4016-BDFF-F2ADA2B4BF1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F85D-4016-BDFF-F2ADA2B4BF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F85D-4016-BDFF-F2ADA2B4BF1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F85D-4016-BDFF-F2ADA2B4BF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F85D-4016-BDFF-F2ADA2B4BF1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F85D-4016-BDFF-F2ADA2B4BF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F85D-4016-BDFF-F2ADA2B4BF1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F85D-4016-BDFF-F2ADA2B4BF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F85D-4016-BDFF-F2ADA2B4BF1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F85D-4016-BDFF-F2ADA2B4BF1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F85D-4016-BDFF-F2ADA2B4BF1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F85D-4016-BDFF-F2ADA2B4BF1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F85D-4016-BDFF-F2ADA2B4BF1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F85D-4016-BDFF-F2ADA2B4BF1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F85D-4016-BDFF-F2ADA2B4BF1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F85D-4016-BDFF-F2ADA2B4BF1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F85D-4016-BDFF-F2ADA2B4BF1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F85D-4016-BDFF-F2ADA2B4BF1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F85D-4016-BDFF-F2ADA2B4BF1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F85D-4016-BDFF-F2ADA2B4BF1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F85D-4016-BDFF-F2ADA2B4BF1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'Morrow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'Morrow County'!$E$2:$E$33</c:f>
              <c:numCache>
                <c:formatCode>General</c:formatCode>
                <c:ptCount val="32"/>
                <c:pt idx="25" formatCode="#,##0">
                  <c:v>36305</c:v>
                </c:pt>
                <c:pt idx="26" formatCode="#,##0">
                  <c:v>36990</c:v>
                </c:pt>
                <c:pt idx="27" formatCode="#,##0">
                  <c:v>37330</c:v>
                </c:pt>
                <c:pt idx="28" formatCode="#,##0">
                  <c:v>37430</c:v>
                </c:pt>
                <c:pt idx="29" formatCode="#,##0">
                  <c:v>37475</c:v>
                </c:pt>
                <c:pt idx="30" formatCode="#,##0">
                  <c:v>37440</c:v>
                </c:pt>
                <c:pt idx="31" formatCode="#,##0">
                  <c:v>37400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F85D-4016-BDFF-F2ADA2B4BF18}"/>
            </c:ext>
          </c:extLst>
        </c:ser>
        <c:ser>
          <c:idx val="3"/>
          <c:order val="3"/>
          <c:tx>
            <c:strRef>
              <c:f>'Morrow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7146731658542681E-2"/>
                  <c:y val="6.89173707301185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F85D-4016-BDFF-F2ADA2B4BF1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F85D-4016-BDFF-F2ADA2B4BF1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F85D-4016-BDFF-F2ADA2B4BF1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F85D-4016-BDFF-F2ADA2B4BF1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F85D-4016-BDFF-F2ADA2B4BF1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F85D-4016-BDFF-F2ADA2B4BF18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F85D-4016-BDFF-F2ADA2B4BF1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F85D-4016-BDFF-F2ADA2B4BF18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F85D-4016-BDFF-F2ADA2B4BF1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F85D-4016-BDFF-F2ADA2B4BF1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F85D-4016-BDFF-F2ADA2B4BF1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F85D-4016-BDFF-F2ADA2B4BF1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F85D-4016-BDFF-F2ADA2B4BF1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F85D-4016-BDFF-F2ADA2B4BF1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F85D-4016-BDFF-F2ADA2B4BF1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F85D-4016-BDFF-F2ADA2B4BF1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F85D-4016-BDFF-F2ADA2B4BF1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F85D-4016-BDFF-F2ADA2B4BF1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F85D-4016-BDFF-F2ADA2B4BF1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F85D-4016-BDFF-F2ADA2B4BF1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F85D-4016-BDFF-F2ADA2B4BF1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F85D-4016-BDFF-F2ADA2B4BF1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F85D-4016-BDFF-F2ADA2B4BF1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F85D-4016-BDFF-F2ADA2B4BF1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F85D-4016-BDFF-F2ADA2B4BF18}"/>
                </c:ext>
              </c:extLst>
            </c:dLbl>
            <c:dLbl>
              <c:idx val="25"/>
              <c:layout>
                <c:manualLayout>
                  <c:x val="-3.364691913510811E-2"/>
                  <c:y val="6.89173707301185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F85D-4016-BDFF-F2ADA2B4BF1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F85D-4016-BDFF-F2ADA2B4BF1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F85D-4016-BDFF-F2ADA2B4BF1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F85D-4016-BDFF-F2ADA2B4BF1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F85D-4016-BDFF-F2ADA2B4BF1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F85D-4016-BDFF-F2ADA2B4BF18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F85D-4016-BDFF-F2ADA2B4BF18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'Morrow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'Morrow County'!$B$2:$B$33</c:f>
              <c:numCache>
                <c:formatCode>#,##0</c:formatCode>
                <c:ptCount val="32"/>
                <c:pt idx="0">
                  <c:v>31813</c:v>
                </c:pt>
                <c:pt idx="1">
                  <c:v>32438</c:v>
                </c:pt>
                <c:pt idx="2">
                  <c:v>32955</c:v>
                </c:pt>
                <c:pt idx="3">
                  <c:v>33524</c:v>
                </c:pt>
                <c:pt idx="4">
                  <c:v>34025</c:v>
                </c:pt>
                <c:pt idx="5">
                  <c:v>34271</c:v>
                </c:pt>
                <c:pt idx="6">
                  <c:v>34561</c:v>
                </c:pt>
                <c:pt idx="7">
                  <c:v>34937</c:v>
                </c:pt>
                <c:pt idx="8">
                  <c:v>34877</c:v>
                </c:pt>
                <c:pt idx="9">
                  <c:v>34907</c:v>
                </c:pt>
                <c:pt idx="10">
                  <c:v>34779</c:v>
                </c:pt>
                <c:pt idx="11">
                  <c:v>34757</c:v>
                </c:pt>
                <c:pt idx="12">
                  <c:v>34739</c:v>
                </c:pt>
                <c:pt idx="13">
                  <c:v>34707</c:v>
                </c:pt>
                <c:pt idx="14">
                  <c:v>34753</c:v>
                </c:pt>
                <c:pt idx="15">
                  <c:v>34721</c:v>
                </c:pt>
                <c:pt idx="16">
                  <c:v>34652</c:v>
                </c:pt>
                <c:pt idx="17">
                  <c:v>34607</c:v>
                </c:pt>
                <c:pt idx="18">
                  <c:v>34767</c:v>
                </c:pt>
                <c:pt idx="19">
                  <c:v>34933</c:v>
                </c:pt>
                <c:pt idx="20">
                  <c:v>34996</c:v>
                </c:pt>
                <c:pt idx="21">
                  <c:v>35227</c:v>
                </c:pt>
                <c:pt idx="22">
                  <c:v>35311</c:v>
                </c:pt>
                <c:pt idx="23">
                  <c:v>35614</c:v>
                </c:pt>
                <c:pt idx="24">
                  <c:v>36008</c:v>
                </c:pt>
                <c:pt idx="25">
                  <c:v>36305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F85D-4016-BDFF-F2ADA2B4BF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10001"/>
        <c:axId val="50110002"/>
      </c:scatterChart>
      <c:valAx>
        <c:axId val="5011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10002"/>
        <c:crosses val="autoZero"/>
        <c:crossBetween val="midCat"/>
        <c:majorUnit val="5"/>
      </c:valAx>
      <c:valAx>
        <c:axId val="5011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1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Perry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'Perry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DCD-4088-ACA0-3916BCAB35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DCD-4088-ACA0-3916BCAB35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DCD-4088-ACA0-3916BCAB35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DCD-4088-ACA0-3916BCAB35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DCD-4088-ACA0-3916BCAB35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DCD-4088-ACA0-3916BCAB35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CD-4088-ACA0-3916BCAB35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CD-4088-ACA0-3916BCAB35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DCD-4088-ACA0-3916BCAB35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CD-4088-ACA0-3916BCAB35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CD-4088-ACA0-3916BCAB35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CD-4088-ACA0-3916BCAB35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CD-4088-ACA0-3916BCAB35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DCD-4088-ACA0-3916BCAB35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DCD-4088-ACA0-3916BCAB35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DCD-4088-ACA0-3916BCAB35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DCD-4088-ACA0-3916BCAB35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DCD-4088-ACA0-3916BCAB35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DCD-4088-ACA0-3916BCAB35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DCD-4088-ACA0-3916BCAB35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5DCD-4088-ACA0-3916BCAB35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DCD-4088-ACA0-3916BCAB35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5DCD-4088-ACA0-3916BCAB35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DCD-4088-ACA0-3916BCAB35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5DCD-4088-ACA0-3916BCAB35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DCD-4088-ACA0-3916BCAB35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5DCD-4088-ACA0-3916BCAB35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DCD-4088-ACA0-3916BCAB35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5DCD-4088-ACA0-3916BCAB35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DCD-4088-ACA0-3916BCAB35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5DCD-4088-ACA0-3916BCAB35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'Perry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'Perry County'!$C$2:$C$33</c:f>
              <c:numCache>
                <c:formatCode>General</c:formatCode>
                <c:ptCount val="32"/>
                <c:pt idx="25" formatCode="#,##0">
                  <c:v>35918</c:v>
                </c:pt>
                <c:pt idx="26" formatCode="#,##0">
                  <c:v>35393</c:v>
                </c:pt>
                <c:pt idx="27" formatCode="#,##0">
                  <c:v>34453</c:v>
                </c:pt>
                <c:pt idx="28" formatCode="#,##0">
                  <c:v>33338</c:v>
                </c:pt>
                <c:pt idx="29" formatCode="#,##0">
                  <c:v>32198</c:v>
                </c:pt>
                <c:pt idx="30" formatCode="#,##0">
                  <c:v>31013</c:v>
                </c:pt>
                <c:pt idx="31" formatCode="#,##0">
                  <c:v>29853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5DCD-4088-ACA0-3916BCAB353D}"/>
            </c:ext>
          </c:extLst>
        </c:ser>
        <c:ser>
          <c:idx val="1"/>
          <c:order val="1"/>
          <c:tx>
            <c:strRef>
              <c:f>'Perry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DCD-4088-ACA0-3916BCAB35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DCD-4088-ACA0-3916BCAB35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5DCD-4088-ACA0-3916BCAB35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DCD-4088-ACA0-3916BCAB35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DCD-4088-ACA0-3916BCAB35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DCD-4088-ACA0-3916BCAB35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DCD-4088-ACA0-3916BCAB35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DCD-4088-ACA0-3916BCAB35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DCD-4088-ACA0-3916BCAB35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5DCD-4088-ACA0-3916BCAB35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5DCD-4088-ACA0-3916BCAB35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5DCD-4088-ACA0-3916BCAB35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5DCD-4088-ACA0-3916BCAB35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5DCD-4088-ACA0-3916BCAB35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5DCD-4088-ACA0-3916BCAB35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5DCD-4088-ACA0-3916BCAB35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5DCD-4088-ACA0-3916BCAB35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5DCD-4088-ACA0-3916BCAB35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5DCD-4088-ACA0-3916BCAB35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5DCD-4088-ACA0-3916BCAB35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5DCD-4088-ACA0-3916BCAB35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5DCD-4088-ACA0-3916BCAB35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5DCD-4088-ACA0-3916BCAB35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5DCD-4088-ACA0-3916BCAB35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5DCD-4088-ACA0-3916BCAB35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5DCD-4088-ACA0-3916BCAB35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5DCD-4088-ACA0-3916BCAB35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5DCD-4088-ACA0-3916BCAB35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5DCD-4088-ACA0-3916BCAB35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5DCD-4088-ACA0-3916BCAB35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5DCD-4088-ACA0-3916BCAB35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'Perry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'Perry County'!$D$2:$D$33</c:f>
              <c:numCache>
                <c:formatCode>General</c:formatCode>
                <c:ptCount val="32"/>
                <c:pt idx="25" formatCode="#,##0">
                  <c:v>35918</c:v>
                </c:pt>
                <c:pt idx="26" formatCode="#,##0">
                  <c:v>35928</c:v>
                </c:pt>
                <c:pt idx="27" formatCode="#,##0">
                  <c:v>35543</c:v>
                </c:pt>
                <c:pt idx="28" formatCode="#,##0">
                  <c:v>35008</c:v>
                </c:pt>
                <c:pt idx="29" formatCode="#,##0">
                  <c:v>34478</c:v>
                </c:pt>
                <c:pt idx="30" formatCode="#,##0">
                  <c:v>33893</c:v>
                </c:pt>
                <c:pt idx="31" formatCode="#,##0">
                  <c:v>33333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5DCD-4088-ACA0-3916BCAB353D}"/>
            </c:ext>
          </c:extLst>
        </c:ser>
        <c:ser>
          <c:idx val="2"/>
          <c:order val="2"/>
          <c:tx>
            <c:strRef>
              <c:f>'Perry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5DCD-4088-ACA0-3916BCAB35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5DCD-4088-ACA0-3916BCAB35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5DCD-4088-ACA0-3916BCAB35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5DCD-4088-ACA0-3916BCAB35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5DCD-4088-ACA0-3916BCAB35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5DCD-4088-ACA0-3916BCAB35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5DCD-4088-ACA0-3916BCAB35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5DCD-4088-ACA0-3916BCAB35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5DCD-4088-ACA0-3916BCAB35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5DCD-4088-ACA0-3916BCAB35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5DCD-4088-ACA0-3916BCAB35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5DCD-4088-ACA0-3916BCAB35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5DCD-4088-ACA0-3916BCAB35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5DCD-4088-ACA0-3916BCAB35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5DCD-4088-ACA0-3916BCAB35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5DCD-4088-ACA0-3916BCAB35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5DCD-4088-ACA0-3916BCAB35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5DCD-4088-ACA0-3916BCAB35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5DCD-4088-ACA0-3916BCAB35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5DCD-4088-ACA0-3916BCAB35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5DCD-4088-ACA0-3916BCAB35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5DCD-4088-ACA0-3916BCAB35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5DCD-4088-ACA0-3916BCAB35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5DCD-4088-ACA0-3916BCAB35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5DCD-4088-ACA0-3916BCAB35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5DCD-4088-ACA0-3916BCAB35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5DCD-4088-ACA0-3916BCAB35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5DCD-4088-ACA0-3916BCAB35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5DCD-4088-ACA0-3916BCAB35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5DCD-4088-ACA0-3916BCAB35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5DCD-4088-ACA0-3916BCAB35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'Perry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'Perry County'!$E$2:$E$33</c:f>
              <c:numCache>
                <c:formatCode>General</c:formatCode>
                <c:ptCount val="32"/>
                <c:pt idx="25" formatCode="#,##0">
                  <c:v>35918</c:v>
                </c:pt>
                <c:pt idx="26" formatCode="#,##0">
                  <c:v>36183</c:v>
                </c:pt>
                <c:pt idx="27" formatCode="#,##0">
                  <c:v>36063</c:v>
                </c:pt>
                <c:pt idx="28" formatCode="#,##0">
                  <c:v>35818</c:v>
                </c:pt>
                <c:pt idx="29" formatCode="#,##0">
                  <c:v>35578</c:v>
                </c:pt>
                <c:pt idx="30" formatCode="#,##0">
                  <c:v>35303</c:v>
                </c:pt>
                <c:pt idx="31" formatCode="#,##0">
                  <c:v>35048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5DCD-4088-ACA0-3916BCAB353D}"/>
            </c:ext>
          </c:extLst>
        </c:ser>
        <c:ser>
          <c:idx val="3"/>
          <c:order val="3"/>
          <c:tx>
            <c:strRef>
              <c:f>'Perry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238482689663792E-2"/>
                  <c:y val="8.83820909247657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5DCD-4088-ACA0-3916BCAB35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5DCD-4088-ACA0-3916BCAB35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5DCD-4088-ACA0-3916BCAB35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5DCD-4088-ACA0-3916BCAB35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5DCD-4088-ACA0-3916BCAB35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5DCD-4088-ACA0-3916BCAB35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5DCD-4088-ACA0-3916BCAB35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5DCD-4088-ACA0-3916BCAB35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5DCD-4088-ACA0-3916BCAB35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5DCD-4088-ACA0-3916BCAB35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5DCD-4088-ACA0-3916BCAB35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5DCD-4088-ACA0-3916BCAB35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5DCD-4088-ACA0-3916BCAB35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5DCD-4088-ACA0-3916BCAB35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5DCD-4088-ACA0-3916BCAB35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5DCD-4088-ACA0-3916BCAB35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5DCD-4088-ACA0-3916BCAB35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5DCD-4088-ACA0-3916BCAB35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5DCD-4088-ACA0-3916BCAB35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5DCD-4088-ACA0-3916BCAB35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5DCD-4088-ACA0-3916BCAB35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5DCD-4088-ACA0-3916BCAB35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5DCD-4088-ACA0-3916BCAB35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5DCD-4088-ACA0-3916BCAB35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5DCD-4088-ACA0-3916BCAB353D}"/>
                </c:ext>
              </c:extLst>
            </c:dLbl>
            <c:dLbl>
              <c:idx val="25"/>
              <c:layout>
                <c:manualLayout>
                  <c:x val="-3.5234220722409754E-2"/>
                  <c:y val="6.64842807057876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5DCD-4088-ACA0-3916BCAB35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5DCD-4088-ACA0-3916BCAB35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5DCD-4088-ACA0-3916BCAB35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5DCD-4088-ACA0-3916BCAB35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5DCD-4088-ACA0-3916BCAB35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5DCD-4088-ACA0-3916BCAB353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5DCD-4088-ACA0-3916BCAB35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'Perry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'Perry County'!$B$2:$B$33</c:f>
              <c:numCache>
                <c:formatCode>#,##0</c:formatCode>
                <c:ptCount val="32"/>
                <c:pt idx="0">
                  <c:v>34099</c:v>
                </c:pt>
                <c:pt idx="1">
                  <c:v>34375</c:v>
                </c:pt>
                <c:pt idx="2">
                  <c:v>34629</c:v>
                </c:pt>
                <c:pt idx="3">
                  <c:v>34944</c:v>
                </c:pt>
                <c:pt idx="4">
                  <c:v>35117</c:v>
                </c:pt>
                <c:pt idx="5">
                  <c:v>35254</c:v>
                </c:pt>
                <c:pt idx="6">
                  <c:v>35430</c:v>
                </c:pt>
                <c:pt idx="7">
                  <c:v>35582</c:v>
                </c:pt>
                <c:pt idx="8">
                  <c:v>36150</c:v>
                </c:pt>
                <c:pt idx="9">
                  <c:v>35996</c:v>
                </c:pt>
                <c:pt idx="10">
                  <c:v>36017</c:v>
                </c:pt>
                <c:pt idx="11">
                  <c:v>36132</c:v>
                </c:pt>
                <c:pt idx="12">
                  <c:v>35808</c:v>
                </c:pt>
                <c:pt idx="13">
                  <c:v>35747</c:v>
                </c:pt>
                <c:pt idx="14">
                  <c:v>35595</c:v>
                </c:pt>
                <c:pt idx="15">
                  <c:v>35561</c:v>
                </c:pt>
                <c:pt idx="16">
                  <c:v>35528</c:v>
                </c:pt>
                <c:pt idx="17">
                  <c:v>35410</c:v>
                </c:pt>
                <c:pt idx="18">
                  <c:v>35404</c:v>
                </c:pt>
                <c:pt idx="19">
                  <c:v>35407</c:v>
                </c:pt>
                <c:pt idx="20">
                  <c:v>35459</c:v>
                </c:pt>
                <c:pt idx="21">
                  <c:v>35484</c:v>
                </c:pt>
                <c:pt idx="22">
                  <c:v>35493</c:v>
                </c:pt>
                <c:pt idx="23">
                  <c:v>35583</c:v>
                </c:pt>
                <c:pt idx="24">
                  <c:v>35705</c:v>
                </c:pt>
                <c:pt idx="25">
                  <c:v>35918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5DCD-4088-ACA0-3916BCAB35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20001"/>
        <c:axId val="50120002"/>
      </c:scatterChart>
      <c:valAx>
        <c:axId val="5012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20002"/>
        <c:crosses val="autoZero"/>
        <c:crossBetween val="midCat"/>
        <c:majorUnit val="5"/>
      </c:valAx>
      <c:valAx>
        <c:axId val="5012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2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Pickaway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'Pickaway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791-4177-A6A7-E670E11A611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791-4177-A6A7-E670E11A611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791-4177-A6A7-E670E11A611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791-4177-A6A7-E670E11A611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791-4177-A6A7-E670E11A611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791-4177-A6A7-E670E11A611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791-4177-A6A7-E670E11A611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791-4177-A6A7-E670E11A611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791-4177-A6A7-E670E11A611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791-4177-A6A7-E670E11A611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791-4177-A6A7-E670E11A611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791-4177-A6A7-E670E11A611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791-4177-A6A7-E670E11A611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791-4177-A6A7-E670E11A611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791-4177-A6A7-E670E11A611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791-4177-A6A7-E670E11A611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791-4177-A6A7-E670E11A611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791-4177-A6A7-E670E11A611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791-4177-A6A7-E670E11A611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791-4177-A6A7-E670E11A611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791-4177-A6A7-E670E11A611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791-4177-A6A7-E670E11A611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791-4177-A6A7-E670E11A611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791-4177-A6A7-E670E11A611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791-4177-A6A7-E670E11A611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791-4177-A6A7-E670E11A611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791-4177-A6A7-E670E11A611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791-4177-A6A7-E670E11A611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791-4177-A6A7-E670E11A611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791-4177-A6A7-E670E11A611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791-4177-A6A7-E670E11A6112}"/>
                </c:ext>
              </c:extLst>
            </c:dLbl>
            <c:dLbl>
              <c:idx val="31"/>
              <c:layout>
                <c:manualLayout>
                  <c:x val="3.650793650793651E-2"/>
                  <c:y val="2.67639902676399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791-4177-A6A7-E670E11A611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'Pickaway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'Pickaway County'!$C$2:$C$33</c:f>
              <c:numCache>
                <c:formatCode>General</c:formatCode>
                <c:ptCount val="32"/>
                <c:pt idx="25" formatCode="#,##0">
                  <c:v>62978</c:v>
                </c:pt>
                <c:pt idx="26" formatCode="#,##0">
                  <c:v>63818</c:v>
                </c:pt>
                <c:pt idx="27" formatCode="#,##0">
                  <c:v>63733</c:v>
                </c:pt>
                <c:pt idx="28" formatCode="#,##0">
                  <c:v>63218</c:v>
                </c:pt>
                <c:pt idx="29" formatCode="#,##0">
                  <c:v>62683</c:v>
                </c:pt>
                <c:pt idx="30" formatCode="#,##0">
                  <c:v>62188</c:v>
                </c:pt>
                <c:pt idx="31" formatCode="#,##0">
                  <c:v>61598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3791-4177-A6A7-E670E11A6112}"/>
            </c:ext>
          </c:extLst>
        </c:ser>
        <c:ser>
          <c:idx val="1"/>
          <c:order val="1"/>
          <c:tx>
            <c:strRef>
              <c:f>'Pickaway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791-4177-A6A7-E670E11A611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791-4177-A6A7-E670E11A611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791-4177-A6A7-E670E11A611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791-4177-A6A7-E670E11A611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791-4177-A6A7-E670E11A611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791-4177-A6A7-E670E11A611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791-4177-A6A7-E670E11A611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791-4177-A6A7-E670E11A611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791-4177-A6A7-E670E11A611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791-4177-A6A7-E670E11A611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791-4177-A6A7-E670E11A611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791-4177-A6A7-E670E11A611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3791-4177-A6A7-E670E11A611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791-4177-A6A7-E670E11A611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791-4177-A6A7-E670E11A611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791-4177-A6A7-E670E11A611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791-4177-A6A7-E670E11A611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791-4177-A6A7-E670E11A611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791-4177-A6A7-E670E11A611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791-4177-A6A7-E670E11A611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3791-4177-A6A7-E670E11A611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791-4177-A6A7-E670E11A611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3791-4177-A6A7-E670E11A611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3791-4177-A6A7-E670E11A611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3791-4177-A6A7-E670E11A611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3791-4177-A6A7-E670E11A611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3791-4177-A6A7-E670E11A611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3791-4177-A6A7-E670E11A611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3791-4177-A6A7-E670E11A611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3791-4177-A6A7-E670E11A611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3791-4177-A6A7-E670E11A6112}"/>
                </c:ext>
              </c:extLst>
            </c:dLbl>
            <c:dLbl>
              <c:idx val="31"/>
              <c:layout>
                <c:manualLayout>
                  <c:x val="3.650793650793651E-2"/>
                  <c:y val="-2.18978102189781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3791-4177-A6A7-E670E11A611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'Pickaway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'Pickaway County'!$D$2:$D$33</c:f>
              <c:numCache>
                <c:formatCode>General</c:formatCode>
                <c:ptCount val="32"/>
                <c:pt idx="25" formatCode="#,##0">
                  <c:v>62978</c:v>
                </c:pt>
                <c:pt idx="26" formatCode="#,##0">
                  <c:v>64173</c:v>
                </c:pt>
                <c:pt idx="27" formatCode="#,##0">
                  <c:v>64438</c:v>
                </c:pt>
                <c:pt idx="28" formatCode="#,##0">
                  <c:v>64298</c:v>
                </c:pt>
                <c:pt idx="29" formatCode="#,##0">
                  <c:v>64143</c:v>
                </c:pt>
                <c:pt idx="30" formatCode="#,##0">
                  <c:v>64073</c:v>
                </c:pt>
                <c:pt idx="31" formatCode="#,##0">
                  <c:v>63918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3791-4177-A6A7-E670E11A6112}"/>
            </c:ext>
          </c:extLst>
        </c:ser>
        <c:ser>
          <c:idx val="2"/>
          <c:order val="2"/>
          <c:tx>
            <c:strRef>
              <c:f>'Pickaway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3791-4177-A6A7-E670E11A611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3791-4177-A6A7-E670E11A611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3791-4177-A6A7-E670E11A611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3791-4177-A6A7-E670E11A611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3791-4177-A6A7-E670E11A611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3791-4177-A6A7-E670E11A611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3791-4177-A6A7-E670E11A611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3791-4177-A6A7-E670E11A611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3791-4177-A6A7-E670E11A611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3791-4177-A6A7-E670E11A611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3791-4177-A6A7-E670E11A611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3791-4177-A6A7-E670E11A611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3791-4177-A6A7-E670E11A611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3791-4177-A6A7-E670E11A611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3791-4177-A6A7-E670E11A611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3791-4177-A6A7-E670E11A611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3791-4177-A6A7-E670E11A611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3791-4177-A6A7-E670E11A611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3791-4177-A6A7-E670E11A611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3791-4177-A6A7-E670E11A611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3791-4177-A6A7-E670E11A611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3791-4177-A6A7-E670E11A611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3791-4177-A6A7-E670E11A611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3791-4177-A6A7-E670E11A611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3791-4177-A6A7-E670E11A611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3791-4177-A6A7-E670E11A611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3791-4177-A6A7-E670E11A611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3791-4177-A6A7-E670E11A611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3791-4177-A6A7-E670E11A611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3791-4177-A6A7-E670E11A611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3791-4177-A6A7-E670E11A6112}"/>
                </c:ext>
              </c:extLst>
            </c:dLbl>
            <c:dLbl>
              <c:idx val="31"/>
              <c:layout>
                <c:manualLayout>
                  <c:x val="3.8095238095238099E-2"/>
                  <c:y val="-1.45985401459854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3791-4177-A6A7-E670E11A611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'Pickaway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'Pickaway County'!$E$2:$E$33</c:f>
              <c:numCache>
                <c:formatCode>General</c:formatCode>
                <c:ptCount val="32"/>
                <c:pt idx="25" formatCode="#,##0">
                  <c:v>62978</c:v>
                </c:pt>
                <c:pt idx="26" formatCode="#,##0">
                  <c:v>65493</c:v>
                </c:pt>
                <c:pt idx="27" formatCode="#,##0">
                  <c:v>67063</c:v>
                </c:pt>
                <c:pt idx="28" formatCode="#,##0">
                  <c:v>68273</c:v>
                </c:pt>
                <c:pt idx="29" formatCode="#,##0">
                  <c:v>69548</c:v>
                </c:pt>
                <c:pt idx="30" formatCode="#,##0">
                  <c:v>70938</c:v>
                </c:pt>
                <c:pt idx="31" formatCode="#,##0">
                  <c:v>72288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2-3791-4177-A6A7-E670E11A6112}"/>
            </c:ext>
          </c:extLst>
        </c:ser>
        <c:ser>
          <c:idx val="3"/>
          <c:order val="3"/>
          <c:tx>
            <c:strRef>
              <c:f>'Pickaway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5559430071241095E-2"/>
                  <c:y val="7.13504607544494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3791-4177-A6A7-E670E11A611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3791-4177-A6A7-E670E11A611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3791-4177-A6A7-E670E11A611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3791-4177-A6A7-E670E11A6112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3791-4177-A6A7-E670E11A6112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3791-4177-A6A7-E670E11A6112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3791-4177-A6A7-E670E11A6112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3791-4177-A6A7-E670E11A6112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3791-4177-A6A7-E670E11A611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3791-4177-A6A7-E670E11A611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3791-4177-A6A7-E670E11A611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3791-4177-A6A7-E670E11A611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3791-4177-A6A7-E670E11A611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3791-4177-A6A7-E670E11A611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3791-4177-A6A7-E670E11A611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3791-4177-A6A7-E670E11A611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3791-4177-A6A7-E670E11A611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3791-4177-A6A7-E670E11A611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3791-4177-A6A7-E670E11A611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3791-4177-A6A7-E670E11A611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3791-4177-A6A7-E670E11A611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3791-4177-A6A7-E670E11A611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3791-4177-A6A7-E670E11A611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3791-4177-A6A7-E670E11A611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3791-4177-A6A7-E670E11A6112}"/>
                </c:ext>
              </c:extLst>
            </c:dLbl>
            <c:dLbl>
              <c:idx val="25"/>
              <c:layout>
                <c:manualLayout>
                  <c:x val="-3.2059617547806521E-2"/>
                  <c:y val="7.6216640803111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3791-4177-A6A7-E670E11A611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3791-4177-A6A7-E670E11A611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3791-4177-A6A7-E670E11A611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3791-4177-A6A7-E670E11A611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3791-4177-A6A7-E670E11A611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3791-4177-A6A7-E670E11A6112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3791-4177-A6A7-E670E11A6112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'Pickaway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'Pickaway County'!$B$2:$B$33</c:f>
              <c:numCache>
                <c:formatCode>#,##0</c:formatCode>
                <c:ptCount val="32"/>
                <c:pt idx="0">
                  <c:v>52808</c:v>
                </c:pt>
                <c:pt idx="1">
                  <c:v>52344</c:v>
                </c:pt>
                <c:pt idx="2">
                  <c:v>51778</c:v>
                </c:pt>
                <c:pt idx="3">
                  <c:v>51983</c:v>
                </c:pt>
                <c:pt idx="4">
                  <c:v>52238</c:v>
                </c:pt>
                <c:pt idx="5">
                  <c:v>52954</c:v>
                </c:pt>
                <c:pt idx="6">
                  <c:v>54094</c:v>
                </c:pt>
                <c:pt idx="7">
                  <c:v>55044</c:v>
                </c:pt>
                <c:pt idx="8">
                  <c:v>55376</c:v>
                </c:pt>
                <c:pt idx="9">
                  <c:v>55323</c:v>
                </c:pt>
                <c:pt idx="10">
                  <c:v>55734</c:v>
                </c:pt>
                <c:pt idx="11">
                  <c:v>55934</c:v>
                </c:pt>
                <c:pt idx="12">
                  <c:v>56214</c:v>
                </c:pt>
                <c:pt idx="13">
                  <c:v>56322</c:v>
                </c:pt>
                <c:pt idx="14">
                  <c:v>56664</c:v>
                </c:pt>
                <c:pt idx="15">
                  <c:v>56942</c:v>
                </c:pt>
                <c:pt idx="16">
                  <c:v>57455</c:v>
                </c:pt>
                <c:pt idx="17">
                  <c:v>57702</c:v>
                </c:pt>
                <c:pt idx="18">
                  <c:v>58022</c:v>
                </c:pt>
                <c:pt idx="19">
                  <c:v>58435</c:v>
                </c:pt>
                <c:pt idx="20">
                  <c:v>58659</c:v>
                </c:pt>
                <c:pt idx="21">
                  <c:v>58760</c:v>
                </c:pt>
                <c:pt idx="22">
                  <c:v>59953</c:v>
                </c:pt>
                <c:pt idx="23">
                  <c:v>61125</c:v>
                </c:pt>
                <c:pt idx="24">
                  <c:v>62207</c:v>
                </c:pt>
                <c:pt idx="25">
                  <c:v>62978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3-3791-4177-A6A7-E670E11A6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30001"/>
        <c:axId val="50130002"/>
      </c:scatterChart>
      <c:valAx>
        <c:axId val="5013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30002"/>
        <c:crosses val="autoZero"/>
        <c:crossBetween val="midCat"/>
        <c:majorUnit val="5"/>
      </c:valAx>
      <c:valAx>
        <c:axId val="5013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3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Ross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'Ross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F4-4CB2-B7C2-6B1FF643163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F4-4CB2-B7C2-6B1FF643163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F4-4CB2-B7C2-6B1FF643163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F4-4CB2-B7C2-6B1FF643163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5F4-4CB2-B7C2-6B1FF643163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F4-4CB2-B7C2-6B1FF643163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5F4-4CB2-B7C2-6B1FF643163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5F4-4CB2-B7C2-6B1FF643163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5F4-4CB2-B7C2-6B1FF643163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5F4-4CB2-B7C2-6B1FF64316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5F4-4CB2-B7C2-6B1FF643163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5F4-4CB2-B7C2-6B1FF643163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5F4-4CB2-B7C2-6B1FF643163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5F4-4CB2-B7C2-6B1FF643163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5F4-4CB2-B7C2-6B1FF643163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5F4-4CB2-B7C2-6B1FF643163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5F4-4CB2-B7C2-6B1FF643163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5F4-4CB2-B7C2-6B1FF643163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5F4-4CB2-B7C2-6B1FF643163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5F4-4CB2-B7C2-6B1FF643163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5F4-4CB2-B7C2-6B1FF643163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5F4-4CB2-B7C2-6B1FF643163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5F4-4CB2-B7C2-6B1FF643163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5F4-4CB2-B7C2-6B1FF643163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5F4-4CB2-B7C2-6B1FF643163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5F4-4CB2-B7C2-6B1FF643163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5F4-4CB2-B7C2-6B1FF643163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5F4-4CB2-B7C2-6B1FF643163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5F4-4CB2-B7C2-6B1FF643163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5F4-4CB2-B7C2-6B1FF643163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5F4-4CB2-B7C2-6B1FF6431637}"/>
                </c:ext>
              </c:extLst>
            </c:dLbl>
            <c:dLbl>
              <c:idx val="31"/>
              <c:layout>
                <c:manualLayout>
                  <c:x val="3.650793650793651E-2"/>
                  <c:y val="2.91970802919707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35F4-4CB2-B7C2-6B1FF64316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'Ross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'Ross County'!$C$2:$C$33</c:f>
              <c:numCache>
                <c:formatCode>General</c:formatCode>
                <c:ptCount val="32"/>
                <c:pt idx="25" formatCode="#,##0">
                  <c:v>76429</c:v>
                </c:pt>
                <c:pt idx="26" formatCode="#,##0">
                  <c:v>73729</c:v>
                </c:pt>
                <c:pt idx="27" formatCode="#,##0">
                  <c:v>70504</c:v>
                </c:pt>
                <c:pt idx="28" formatCode="#,##0">
                  <c:v>66844</c:v>
                </c:pt>
                <c:pt idx="29" formatCode="#,##0">
                  <c:v>62969</c:v>
                </c:pt>
                <c:pt idx="30" formatCode="#,##0">
                  <c:v>58974</c:v>
                </c:pt>
                <c:pt idx="31" formatCode="#,##0">
                  <c:v>55069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35F4-4CB2-B7C2-6B1FF6431637}"/>
            </c:ext>
          </c:extLst>
        </c:ser>
        <c:ser>
          <c:idx val="1"/>
          <c:order val="1"/>
          <c:tx>
            <c:strRef>
              <c:f>'Ross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5F4-4CB2-B7C2-6B1FF643163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5F4-4CB2-B7C2-6B1FF643163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5F4-4CB2-B7C2-6B1FF643163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5F4-4CB2-B7C2-6B1FF643163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5F4-4CB2-B7C2-6B1FF643163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5F4-4CB2-B7C2-6B1FF643163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5F4-4CB2-B7C2-6B1FF643163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5F4-4CB2-B7C2-6B1FF643163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5F4-4CB2-B7C2-6B1FF643163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5F4-4CB2-B7C2-6B1FF64316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5F4-4CB2-B7C2-6B1FF643163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5F4-4CB2-B7C2-6B1FF643163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35F4-4CB2-B7C2-6B1FF643163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5F4-4CB2-B7C2-6B1FF643163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5F4-4CB2-B7C2-6B1FF643163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5F4-4CB2-B7C2-6B1FF643163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5F4-4CB2-B7C2-6B1FF643163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5F4-4CB2-B7C2-6B1FF643163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5F4-4CB2-B7C2-6B1FF643163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5F4-4CB2-B7C2-6B1FF643163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35F4-4CB2-B7C2-6B1FF643163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5F4-4CB2-B7C2-6B1FF643163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35F4-4CB2-B7C2-6B1FF643163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35F4-4CB2-B7C2-6B1FF643163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35F4-4CB2-B7C2-6B1FF643163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35F4-4CB2-B7C2-6B1FF643163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35F4-4CB2-B7C2-6B1FF643163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35F4-4CB2-B7C2-6B1FF643163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35F4-4CB2-B7C2-6B1FF643163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35F4-4CB2-B7C2-6B1FF643163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F-35F4-4CB2-B7C2-6B1FF6431637}"/>
                </c:ext>
              </c:extLst>
            </c:dLbl>
            <c:dLbl>
              <c:idx val="31"/>
              <c:layout>
                <c:manualLayout>
                  <c:x val="3.4920634920634804E-2"/>
                  <c:y val="9.73236009732360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35F4-4CB2-B7C2-6B1FF64316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'Ross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'Ross County'!$D$2:$D$33</c:f>
              <c:numCache>
                <c:formatCode>General</c:formatCode>
                <c:ptCount val="32"/>
                <c:pt idx="25" formatCode="#,##0">
                  <c:v>76429</c:v>
                </c:pt>
                <c:pt idx="26" formatCode="#,##0">
                  <c:v>74734</c:v>
                </c:pt>
                <c:pt idx="27" formatCode="#,##0">
                  <c:v>72484</c:v>
                </c:pt>
                <c:pt idx="28" formatCode="#,##0">
                  <c:v>69854</c:v>
                </c:pt>
                <c:pt idx="29" formatCode="#,##0">
                  <c:v>67014</c:v>
                </c:pt>
                <c:pt idx="30" formatCode="#,##0">
                  <c:v>64064</c:v>
                </c:pt>
                <c:pt idx="31" formatCode="#,##0">
                  <c:v>61204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35F4-4CB2-B7C2-6B1FF6431637}"/>
            </c:ext>
          </c:extLst>
        </c:ser>
        <c:ser>
          <c:idx val="2"/>
          <c:order val="2"/>
          <c:tx>
            <c:strRef>
              <c:f>'Ross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35F4-4CB2-B7C2-6B1FF643163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35F4-4CB2-B7C2-6B1FF643163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35F4-4CB2-B7C2-6B1FF643163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35F4-4CB2-B7C2-6B1FF643163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35F4-4CB2-B7C2-6B1FF643163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35F4-4CB2-B7C2-6B1FF643163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35F4-4CB2-B7C2-6B1FF643163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35F4-4CB2-B7C2-6B1FF643163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35F4-4CB2-B7C2-6B1FF643163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35F4-4CB2-B7C2-6B1FF64316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35F4-4CB2-B7C2-6B1FF643163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35F4-4CB2-B7C2-6B1FF643163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35F4-4CB2-B7C2-6B1FF643163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35F4-4CB2-B7C2-6B1FF643163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35F4-4CB2-B7C2-6B1FF643163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35F4-4CB2-B7C2-6B1FF643163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35F4-4CB2-B7C2-6B1FF643163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35F4-4CB2-B7C2-6B1FF643163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35F4-4CB2-B7C2-6B1FF643163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35F4-4CB2-B7C2-6B1FF643163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35F4-4CB2-B7C2-6B1FF643163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35F4-4CB2-B7C2-6B1FF643163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35F4-4CB2-B7C2-6B1FF643163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35F4-4CB2-B7C2-6B1FF643163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35F4-4CB2-B7C2-6B1FF6431637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35F4-4CB2-B7C2-6B1FF643163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35F4-4CB2-B7C2-6B1FF643163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35F4-4CB2-B7C2-6B1FF643163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35F4-4CB2-B7C2-6B1FF643163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F-35F4-4CB2-B7C2-6B1FF643163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35F4-4CB2-B7C2-6B1FF6431637}"/>
                </c:ext>
              </c:extLst>
            </c:dLbl>
            <c:dLbl>
              <c:idx val="31"/>
              <c:layout>
                <c:manualLayout>
                  <c:x val="3.650793650793651E-2"/>
                  <c:y val="-3.64963503649635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35F4-4CB2-B7C2-6B1FF64316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'Ross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'Ross County'!$E$2:$E$33</c:f>
              <c:numCache>
                <c:formatCode>General</c:formatCode>
                <c:ptCount val="32"/>
                <c:pt idx="25" formatCode="#,##0">
                  <c:v>76429</c:v>
                </c:pt>
                <c:pt idx="26" formatCode="#,##0">
                  <c:v>75279</c:v>
                </c:pt>
                <c:pt idx="27" formatCode="#,##0">
                  <c:v>73574</c:v>
                </c:pt>
                <c:pt idx="28" formatCode="#,##0">
                  <c:v>71494</c:v>
                </c:pt>
                <c:pt idx="29" formatCode="#,##0">
                  <c:v>69209</c:v>
                </c:pt>
                <c:pt idx="30" formatCode="#,##0">
                  <c:v>66834</c:v>
                </c:pt>
                <c:pt idx="31" formatCode="#,##0">
                  <c:v>64539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62-35F4-4CB2-B7C2-6B1FF6431637}"/>
            </c:ext>
          </c:extLst>
        </c:ser>
        <c:ser>
          <c:idx val="3"/>
          <c:order val="3"/>
          <c:tx>
            <c:strRef>
              <c:f>'Ross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3495938007749032E-2"/>
                  <c:y val="6.40511906814567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35F4-4CB2-B7C2-6B1FF6431637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35F4-4CB2-B7C2-6B1FF6431637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35F4-4CB2-B7C2-6B1FF643163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35F4-4CB2-B7C2-6B1FF6431637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35F4-4CB2-B7C2-6B1FF6431637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35F4-4CB2-B7C2-6B1FF6431637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35F4-4CB2-B7C2-6B1FF6431637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35F4-4CB2-B7C2-6B1FF6431637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35F4-4CB2-B7C2-6B1FF6431637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35F4-4CB2-B7C2-6B1FF6431637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35F4-4CB2-B7C2-6B1FF6431637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35F4-4CB2-B7C2-6B1FF6431637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35F4-4CB2-B7C2-6B1FF6431637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35F4-4CB2-B7C2-6B1FF6431637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35F4-4CB2-B7C2-6B1FF6431637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35F4-4CB2-B7C2-6B1FF6431637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35F4-4CB2-B7C2-6B1FF6431637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35F4-4CB2-B7C2-6B1FF6431637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35F4-4CB2-B7C2-6B1FF6431637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35F4-4CB2-B7C2-6B1FF6431637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35F4-4CB2-B7C2-6B1FF6431637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35F4-4CB2-B7C2-6B1FF6431637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35F4-4CB2-B7C2-6B1FF6431637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35F4-4CB2-B7C2-6B1FF6431637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35F4-4CB2-B7C2-6B1FF6431637}"/>
                </c:ext>
              </c:extLst>
            </c:dLbl>
            <c:dLbl>
              <c:idx val="25"/>
              <c:layout>
                <c:manualLayout>
                  <c:x val="-3.2059617547806521E-2"/>
                  <c:y val="8.35159108761039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35F4-4CB2-B7C2-6B1FF6431637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35F4-4CB2-B7C2-6B1FF6431637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35F4-4CB2-B7C2-6B1FF6431637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35F4-4CB2-B7C2-6B1FF6431637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0-35F4-4CB2-B7C2-6B1FF6431637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1-35F4-4CB2-B7C2-6B1FF6431637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82-35F4-4CB2-B7C2-6B1FF6431637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'Ross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'Ross County'!$B$2:$B$33</c:f>
              <c:numCache>
                <c:formatCode>#,##0</c:formatCode>
                <c:ptCount val="32"/>
                <c:pt idx="0">
                  <c:v>73507</c:v>
                </c:pt>
                <c:pt idx="1">
                  <c:v>73840</c:v>
                </c:pt>
                <c:pt idx="2">
                  <c:v>74363</c:v>
                </c:pt>
                <c:pt idx="3">
                  <c:v>75008</c:v>
                </c:pt>
                <c:pt idx="4">
                  <c:v>75251</c:v>
                </c:pt>
                <c:pt idx="5">
                  <c:v>75935</c:v>
                </c:pt>
                <c:pt idx="6">
                  <c:v>76639</c:v>
                </c:pt>
                <c:pt idx="7">
                  <c:v>77419</c:v>
                </c:pt>
                <c:pt idx="8">
                  <c:v>77675</c:v>
                </c:pt>
                <c:pt idx="9">
                  <c:v>77862</c:v>
                </c:pt>
                <c:pt idx="10">
                  <c:v>78117</c:v>
                </c:pt>
                <c:pt idx="11">
                  <c:v>77669</c:v>
                </c:pt>
                <c:pt idx="12">
                  <c:v>77495</c:v>
                </c:pt>
                <c:pt idx="13">
                  <c:v>77496</c:v>
                </c:pt>
                <c:pt idx="14">
                  <c:v>77373</c:v>
                </c:pt>
                <c:pt idx="15">
                  <c:v>77385</c:v>
                </c:pt>
                <c:pt idx="16">
                  <c:v>77266</c:v>
                </c:pt>
                <c:pt idx="17">
                  <c:v>77738</c:v>
                </c:pt>
                <c:pt idx="18">
                  <c:v>77359</c:v>
                </c:pt>
                <c:pt idx="19">
                  <c:v>77173</c:v>
                </c:pt>
                <c:pt idx="20">
                  <c:v>77067</c:v>
                </c:pt>
                <c:pt idx="21">
                  <c:v>76493</c:v>
                </c:pt>
                <c:pt idx="22">
                  <c:v>76365</c:v>
                </c:pt>
                <c:pt idx="23">
                  <c:v>76276</c:v>
                </c:pt>
                <c:pt idx="24">
                  <c:v>75998</c:v>
                </c:pt>
                <c:pt idx="25">
                  <c:v>76429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3-35F4-4CB2-B7C2-6B1FF64316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40001"/>
        <c:axId val="50140002"/>
      </c:scatterChart>
      <c:valAx>
        <c:axId val="5014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40002"/>
        <c:crosses val="autoZero"/>
        <c:crossBetween val="midCat"/>
        <c:majorUnit val="5"/>
      </c:valAx>
      <c:valAx>
        <c:axId val="5014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4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Union County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'Union County'!$C$1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37-42A1-A158-571BE8A96BC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37-42A1-A158-571BE8A96BC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37-42A1-A158-571BE8A96BC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37-42A1-A158-571BE8A96BC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37-42A1-A158-571BE8A96BC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37-42A1-A158-571BE8A96BC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37-42A1-A158-571BE8A96BC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37-42A1-A158-571BE8A96BC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37-42A1-A158-571BE8A96BC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37-42A1-A158-571BE8A96BC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437-42A1-A158-571BE8A96BC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37-42A1-A158-571BE8A96BC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437-42A1-A158-571BE8A96BC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437-42A1-A158-571BE8A96BC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437-42A1-A158-571BE8A96BC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437-42A1-A158-571BE8A96BC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437-42A1-A158-571BE8A96BC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437-42A1-A158-571BE8A96BC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437-42A1-A158-571BE8A96BC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437-42A1-A158-571BE8A96BC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437-42A1-A158-571BE8A96BC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437-42A1-A158-571BE8A96BC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437-42A1-A158-571BE8A96BC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1437-42A1-A158-571BE8A96BC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1437-42A1-A158-571BE8A96BC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1437-42A1-A158-571BE8A96BC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1437-42A1-A158-571BE8A96BC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1437-42A1-A158-571BE8A96BC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1437-42A1-A158-571BE8A96BC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1437-42A1-A158-571BE8A96BC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1437-42A1-A158-571BE8A96B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'Union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'Union County'!$C$2:$C$33</c:f>
              <c:numCache>
                <c:formatCode>General</c:formatCode>
                <c:ptCount val="32"/>
                <c:pt idx="25" formatCode="#,##0">
                  <c:v>73446</c:v>
                </c:pt>
                <c:pt idx="26" formatCode="#,##0">
                  <c:v>76771</c:v>
                </c:pt>
                <c:pt idx="27" formatCode="#,##0">
                  <c:v>79181</c:v>
                </c:pt>
                <c:pt idx="28" formatCode="#,##0">
                  <c:v>80851</c:v>
                </c:pt>
                <c:pt idx="29" formatCode="#,##0">
                  <c:v>82196</c:v>
                </c:pt>
                <c:pt idx="30" formatCode="#,##0">
                  <c:v>83406</c:v>
                </c:pt>
                <c:pt idx="31" formatCode="#,##0">
                  <c:v>84486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1437-42A1-A158-571BE8A96BC1}"/>
            </c:ext>
          </c:extLst>
        </c:ser>
        <c:ser>
          <c:idx val="1"/>
          <c:order val="1"/>
          <c:tx>
            <c:strRef>
              <c:f>'Union County'!$D$1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1437-42A1-A158-571BE8A96BC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1437-42A1-A158-571BE8A96BC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1437-42A1-A158-571BE8A96BC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1437-42A1-A158-571BE8A96BC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1437-42A1-A158-571BE8A96BC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1437-42A1-A158-571BE8A96BC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1437-42A1-A158-571BE8A96BC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1437-42A1-A158-571BE8A96BC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1437-42A1-A158-571BE8A96BC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1437-42A1-A158-571BE8A96BC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1437-42A1-A158-571BE8A96BC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1437-42A1-A158-571BE8A96BC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1437-42A1-A158-571BE8A96BC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1437-42A1-A158-571BE8A96BC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1437-42A1-A158-571BE8A96BC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1437-42A1-A158-571BE8A96BC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1437-42A1-A158-571BE8A96BC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1437-42A1-A158-571BE8A96BC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1437-42A1-A158-571BE8A96BC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1437-42A1-A158-571BE8A96BC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1437-42A1-A158-571BE8A96BC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1437-42A1-A158-571BE8A96BC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1437-42A1-A158-571BE8A96BC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1437-42A1-A158-571BE8A96BC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1437-42A1-A158-571BE8A96BC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1437-42A1-A158-571BE8A96BC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1437-42A1-A158-571BE8A96BC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1437-42A1-A158-571BE8A96BC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1437-42A1-A158-571BE8A96BC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1437-42A1-A158-571BE8A96BC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1437-42A1-A158-571BE8A96B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'Union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'Union County'!$D$2:$D$33</c:f>
              <c:numCache>
                <c:formatCode>General</c:formatCode>
                <c:ptCount val="32"/>
                <c:pt idx="25" formatCode="#,##0">
                  <c:v>73446</c:v>
                </c:pt>
                <c:pt idx="26" formatCode="#,##0">
                  <c:v>79021</c:v>
                </c:pt>
                <c:pt idx="27" formatCode="#,##0">
                  <c:v>83666</c:v>
                </c:pt>
                <c:pt idx="28" formatCode="#,##0">
                  <c:v>87691</c:v>
                </c:pt>
                <c:pt idx="29" formatCode="#,##0">
                  <c:v>91491</c:v>
                </c:pt>
                <c:pt idx="30" formatCode="#,##0">
                  <c:v>95276</c:v>
                </c:pt>
                <c:pt idx="31" formatCode="#,##0">
                  <c:v>99036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1437-42A1-A158-571BE8A96BC1}"/>
            </c:ext>
          </c:extLst>
        </c:ser>
        <c:ser>
          <c:idx val="2"/>
          <c:order val="2"/>
          <c:tx>
            <c:strRef>
              <c:f>'Union County'!$E$1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1437-42A1-A158-571BE8A96BC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1437-42A1-A158-571BE8A96BC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1437-42A1-A158-571BE8A96BC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1437-42A1-A158-571BE8A96BC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1437-42A1-A158-571BE8A96BC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1437-42A1-A158-571BE8A96BC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1437-42A1-A158-571BE8A96BC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1437-42A1-A158-571BE8A96BC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1437-42A1-A158-571BE8A96BC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1437-42A1-A158-571BE8A96BC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1437-42A1-A158-571BE8A96BC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1437-42A1-A158-571BE8A96BC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1437-42A1-A158-571BE8A96BC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1437-42A1-A158-571BE8A96BC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1437-42A1-A158-571BE8A96BC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1437-42A1-A158-571BE8A96BC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1437-42A1-A158-571BE8A96BC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1437-42A1-A158-571BE8A96BC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1437-42A1-A158-571BE8A96BC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1437-42A1-A158-571BE8A96BC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1437-42A1-A158-571BE8A96BC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1437-42A1-A158-571BE8A96BC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1437-42A1-A158-571BE8A96BC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1437-42A1-A158-571BE8A96BC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1437-42A1-A158-571BE8A96BC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1437-42A1-A158-571BE8A96BC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1437-42A1-A158-571BE8A96BC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1437-42A1-A158-571BE8A96BC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1437-42A1-A158-571BE8A96BC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1437-42A1-A158-571BE8A96BC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1437-42A1-A158-571BE8A96B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'Union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'Union County'!$E$2:$E$33</c:f>
              <c:numCache>
                <c:formatCode>General</c:formatCode>
                <c:ptCount val="32"/>
                <c:pt idx="25" formatCode="#,##0">
                  <c:v>73446</c:v>
                </c:pt>
                <c:pt idx="26" formatCode="#,##0">
                  <c:v>82226</c:v>
                </c:pt>
                <c:pt idx="27" formatCode="#,##0">
                  <c:v>90106</c:v>
                </c:pt>
                <c:pt idx="28" formatCode="#,##0">
                  <c:v>97451</c:v>
                </c:pt>
                <c:pt idx="29" formatCode="#,##0">
                  <c:v>104741</c:v>
                </c:pt>
                <c:pt idx="30" formatCode="#,##0">
                  <c:v>112216</c:v>
                </c:pt>
                <c:pt idx="31" formatCode="#,##0">
                  <c:v>119806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1437-42A1-A158-571BE8A96BC1}"/>
            </c:ext>
          </c:extLst>
        </c:ser>
        <c:ser>
          <c:idx val="3"/>
          <c:order val="3"/>
          <c:tx>
            <c:strRef>
              <c:f>'Union County'!$B$1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0797525309336333E-2"/>
                  <c:y val="5.18857405598021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1437-42A1-A158-571BE8A96BC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1437-42A1-A158-571BE8A96BC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1437-42A1-A158-571BE8A96BC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1437-42A1-A158-571BE8A96BC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1437-42A1-A158-571BE8A96BC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1437-42A1-A158-571BE8A96BC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1437-42A1-A158-571BE8A96BC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1437-42A1-A158-571BE8A96BC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1437-42A1-A158-571BE8A96BC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1437-42A1-A158-571BE8A96BC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1437-42A1-A158-571BE8A96BC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1437-42A1-A158-571BE8A96BC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1437-42A1-A158-571BE8A96BC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1437-42A1-A158-571BE8A96BC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1437-42A1-A158-571BE8A96BC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1437-42A1-A158-571BE8A96BC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1437-42A1-A158-571BE8A96BC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1437-42A1-A158-571BE8A96BC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1437-42A1-A158-571BE8A96BC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1437-42A1-A158-571BE8A96BC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1437-42A1-A158-571BE8A96BC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1437-42A1-A158-571BE8A96BC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1437-42A1-A158-571BE8A96BC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1437-42A1-A158-571BE8A96BC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1437-42A1-A158-571BE8A96BC1}"/>
                </c:ext>
              </c:extLst>
            </c:dLbl>
            <c:dLbl>
              <c:idx val="25"/>
              <c:layout>
                <c:manualLayout>
                  <c:x val="-3.0472315960504995E-2"/>
                  <c:y val="0.10784681111941299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1437-42A1-A158-571BE8A96BC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1437-42A1-A158-571BE8A96BC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1437-42A1-A158-571BE8A96BC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1437-42A1-A158-571BE8A96BC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1437-42A1-A158-571BE8A96BC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1437-42A1-A158-571BE8A96BC1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1437-42A1-A158-571BE8A96BC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'Union County'!$A$2:$A$33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'Union County'!$B$2:$B$33</c:f>
              <c:numCache>
                <c:formatCode>#,##0</c:formatCode>
                <c:ptCount val="32"/>
                <c:pt idx="0">
                  <c:v>41338</c:v>
                </c:pt>
                <c:pt idx="1">
                  <c:v>42859</c:v>
                </c:pt>
                <c:pt idx="2">
                  <c:v>43517</c:v>
                </c:pt>
                <c:pt idx="3">
                  <c:v>44665</c:v>
                </c:pt>
                <c:pt idx="4">
                  <c:v>45819</c:v>
                </c:pt>
                <c:pt idx="5">
                  <c:v>46952</c:v>
                </c:pt>
                <c:pt idx="6">
                  <c:v>48589</c:v>
                </c:pt>
                <c:pt idx="7">
                  <c:v>49906</c:v>
                </c:pt>
                <c:pt idx="8">
                  <c:v>50856</c:v>
                </c:pt>
                <c:pt idx="9">
                  <c:v>51798</c:v>
                </c:pt>
                <c:pt idx="10">
                  <c:v>52538</c:v>
                </c:pt>
                <c:pt idx="11">
                  <c:v>53481</c:v>
                </c:pt>
                <c:pt idx="12">
                  <c:v>53482</c:v>
                </c:pt>
                <c:pt idx="13">
                  <c:v>54429</c:v>
                </c:pt>
                <c:pt idx="14">
                  <c:v>55075</c:v>
                </c:pt>
                <c:pt idx="15">
                  <c:v>55990</c:v>
                </c:pt>
                <c:pt idx="16">
                  <c:v>57502</c:v>
                </c:pt>
                <c:pt idx="17">
                  <c:v>59047</c:v>
                </c:pt>
                <c:pt idx="18">
                  <c:v>60345</c:v>
                </c:pt>
                <c:pt idx="19">
                  <c:v>61867</c:v>
                </c:pt>
                <c:pt idx="20">
                  <c:v>63069</c:v>
                </c:pt>
                <c:pt idx="21">
                  <c:v>65101</c:v>
                </c:pt>
                <c:pt idx="22">
                  <c:v>66942</c:v>
                </c:pt>
                <c:pt idx="23">
                  <c:v>69830</c:v>
                </c:pt>
                <c:pt idx="24">
                  <c:v>71983</c:v>
                </c:pt>
                <c:pt idx="25">
                  <c:v>73446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1437-42A1-A158-571BE8A96B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50001"/>
        <c:axId val="50150002"/>
      </c:scatterChart>
      <c:valAx>
        <c:axId val="5015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50002"/>
        <c:crosses val="autoZero"/>
        <c:crossBetween val="midCat"/>
        <c:majorUnit val="5"/>
      </c:valAx>
      <c:valAx>
        <c:axId val="5015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5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Columbus MSA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'Columbus MSA'!$C$1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735-4F55-BE11-4C43E5205FC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35-4F55-BE11-4C43E5205FC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735-4F55-BE11-4C43E5205FC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35-4F55-BE11-4C43E5205FC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735-4F55-BE11-4C43E5205FC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735-4F55-BE11-4C43E5205FC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735-4F55-BE11-4C43E5205FC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735-4F55-BE11-4C43E5205FC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735-4F55-BE11-4C43E5205FC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735-4F55-BE11-4C43E5205FC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735-4F55-BE11-4C43E5205FC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735-4F55-BE11-4C43E5205FC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735-4F55-BE11-4C43E5205FC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735-4F55-BE11-4C43E5205FC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735-4F55-BE11-4C43E5205FC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735-4F55-BE11-4C43E5205FC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735-4F55-BE11-4C43E5205FC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735-4F55-BE11-4C43E5205FC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735-4F55-BE11-4C43E5205FC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735-4F55-BE11-4C43E5205FC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735-4F55-BE11-4C43E5205FC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735-4F55-BE11-4C43E5205FC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735-4F55-BE11-4C43E5205FC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735-4F55-BE11-4C43E5205FC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735-4F55-BE11-4C43E5205FC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735-4F55-BE11-4C43E5205FC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735-4F55-BE11-4C43E5205FC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735-4F55-BE11-4C43E5205FC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735-4F55-BE11-4C43E5205FC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735-4F55-BE11-4C43E5205FC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0735-4F55-BE11-4C43E5205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'Columbus MSA'!$A$2:$A$33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'Columbus MSA'!$C$2:$C$33</c:f>
              <c:numCache>
                <c:formatCode>General</c:formatCode>
                <c:ptCount val="32"/>
                <c:pt idx="25" formatCode="#,##0">
                  <c:v>2242028</c:v>
                </c:pt>
                <c:pt idx="26" formatCode="#,##0">
                  <c:v>2319023</c:v>
                </c:pt>
                <c:pt idx="27" formatCode="#,##0">
                  <c:v>2377958</c:v>
                </c:pt>
                <c:pt idx="28" formatCode="#,##0">
                  <c:v>2418888</c:v>
                </c:pt>
                <c:pt idx="29" formatCode="#,##0">
                  <c:v>2448713</c:v>
                </c:pt>
                <c:pt idx="30" formatCode="#,##0">
                  <c:v>2471673</c:v>
                </c:pt>
                <c:pt idx="31" formatCode="#,##0">
                  <c:v>2488953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0735-4F55-BE11-4C43E5205FC3}"/>
            </c:ext>
          </c:extLst>
        </c:ser>
        <c:ser>
          <c:idx val="1"/>
          <c:order val="1"/>
          <c:tx>
            <c:strRef>
              <c:f>'Columbus MSA'!$D$1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0735-4F55-BE11-4C43E5205FC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0735-4F55-BE11-4C43E5205FC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0735-4F55-BE11-4C43E5205FC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0735-4F55-BE11-4C43E5205FC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0735-4F55-BE11-4C43E5205FC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0735-4F55-BE11-4C43E5205FC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0735-4F55-BE11-4C43E5205FC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0735-4F55-BE11-4C43E5205FC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0735-4F55-BE11-4C43E5205FC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0735-4F55-BE11-4C43E5205FC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0735-4F55-BE11-4C43E5205FC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0735-4F55-BE11-4C43E5205FC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0735-4F55-BE11-4C43E5205FC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0735-4F55-BE11-4C43E5205FC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0735-4F55-BE11-4C43E5205FC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0735-4F55-BE11-4C43E5205FC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0735-4F55-BE11-4C43E5205FC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0735-4F55-BE11-4C43E5205FC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0735-4F55-BE11-4C43E5205FC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0735-4F55-BE11-4C43E5205FC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0735-4F55-BE11-4C43E5205FC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0735-4F55-BE11-4C43E5205FC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0735-4F55-BE11-4C43E5205FC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0735-4F55-BE11-4C43E5205FC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0735-4F55-BE11-4C43E5205FC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0735-4F55-BE11-4C43E5205FC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0735-4F55-BE11-4C43E5205FC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0735-4F55-BE11-4C43E5205FC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0735-4F55-BE11-4C43E5205FC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0735-4F55-BE11-4C43E5205FC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0735-4F55-BE11-4C43E5205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'Columbus MSA'!$A$2:$A$33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'Columbus MSA'!$D$2:$D$33</c:f>
              <c:numCache>
                <c:formatCode>General</c:formatCode>
                <c:ptCount val="32"/>
                <c:pt idx="25" formatCode="#,##0">
                  <c:v>2242028</c:v>
                </c:pt>
                <c:pt idx="26" formatCode="#,##0">
                  <c:v>2344408</c:v>
                </c:pt>
                <c:pt idx="27" formatCode="#,##0">
                  <c:v>2429998</c:v>
                </c:pt>
                <c:pt idx="28" formatCode="#,##0">
                  <c:v>2499288</c:v>
                </c:pt>
                <c:pt idx="29" formatCode="#,##0">
                  <c:v>2558373</c:v>
                </c:pt>
                <c:pt idx="30" formatCode="#,##0">
                  <c:v>2610998</c:v>
                </c:pt>
                <c:pt idx="31" formatCode="#,##0">
                  <c:v>2658193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0735-4F55-BE11-4C43E5205FC3}"/>
            </c:ext>
          </c:extLst>
        </c:ser>
        <c:ser>
          <c:idx val="2"/>
          <c:order val="2"/>
          <c:tx>
            <c:strRef>
              <c:f>'Columbus MSA'!$E$1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0735-4F55-BE11-4C43E5205FC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0735-4F55-BE11-4C43E5205FC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0735-4F55-BE11-4C43E5205FC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0735-4F55-BE11-4C43E5205FC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0735-4F55-BE11-4C43E5205FC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0735-4F55-BE11-4C43E5205FC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0735-4F55-BE11-4C43E5205FC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0735-4F55-BE11-4C43E5205FC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0735-4F55-BE11-4C43E5205FC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0735-4F55-BE11-4C43E5205FC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0735-4F55-BE11-4C43E5205FC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0735-4F55-BE11-4C43E5205FC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0735-4F55-BE11-4C43E5205FC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0735-4F55-BE11-4C43E5205FC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0735-4F55-BE11-4C43E5205FC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0735-4F55-BE11-4C43E5205FC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0735-4F55-BE11-4C43E5205FC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0735-4F55-BE11-4C43E5205FC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0735-4F55-BE11-4C43E5205FC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0735-4F55-BE11-4C43E5205FC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0735-4F55-BE11-4C43E5205FC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0735-4F55-BE11-4C43E5205FC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0735-4F55-BE11-4C43E5205FC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0735-4F55-BE11-4C43E5205FC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0735-4F55-BE11-4C43E5205FC3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0735-4F55-BE11-4C43E5205FC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0735-4F55-BE11-4C43E5205FC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0735-4F55-BE11-4C43E5205FC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0735-4F55-BE11-4C43E5205FC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0735-4F55-BE11-4C43E5205FC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0735-4F55-BE11-4C43E5205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'Columbus MSA'!$A$2:$A$33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'Columbus MSA'!$E$2:$E$33</c:f>
              <c:numCache>
                <c:formatCode>General</c:formatCode>
                <c:ptCount val="32"/>
                <c:pt idx="25" formatCode="#,##0">
                  <c:v>2242028</c:v>
                </c:pt>
                <c:pt idx="26" formatCode="#,##0">
                  <c:v>2375318</c:v>
                </c:pt>
                <c:pt idx="27" formatCode="#,##0">
                  <c:v>2493268</c:v>
                </c:pt>
                <c:pt idx="28" formatCode="#,##0">
                  <c:v>2596693</c:v>
                </c:pt>
                <c:pt idx="29" formatCode="#,##0">
                  <c:v>2691173</c:v>
                </c:pt>
                <c:pt idx="30" formatCode="#,##0">
                  <c:v>2779923</c:v>
                </c:pt>
                <c:pt idx="31" formatCode="#,##0">
                  <c:v>2863678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0735-4F55-BE11-4C43E5205FC3}"/>
            </c:ext>
          </c:extLst>
        </c:ser>
        <c:ser>
          <c:idx val="3"/>
          <c:order val="3"/>
          <c:tx>
            <c:strRef>
              <c:f>'Columbus MSA'!$B$1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2579302587176574E-2"/>
                  <c:y val="7.13504607544493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0735-4F55-BE11-4C43E5205FC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0735-4F55-BE11-4C43E5205FC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0735-4F55-BE11-4C43E5205FC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0735-4F55-BE11-4C43E5205FC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0735-4F55-BE11-4C43E5205FC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0735-4F55-BE11-4C43E5205FC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0735-4F55-BE11-4C43E5205FC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0735-4F55-BE11-4C43E5205FC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0735-4F55-BE11-4C43E5205FC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0735-4F55-BE11-4C43E5205FC3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0735-4F55-BE11-4C43E5205FC3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0735-4F55-BE11-4C43E5205FC3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0735-4F55-BE11-4C43E5205FC3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0735-4F55-BE11-4C43E5205FC3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0735-4F55-BE11-4C43E5205FC3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0735-4F55-BE11-4C43E5205FC3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0735-4F55-BE11-4C43E5205FC3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0735-4F55-BE11-4C43E5205FC3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0735-4F55-BE11-4C43E5205FC3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0735-4F55-BE11-4C43E5205FC3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0735-4F55-BE11-4C43E5205FC3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0735-4F55-BE11-4C43E5205FC3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0735-4F55-BE11-4C43E5205FC3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0735-4F55-BE11-4C43E5205FC3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0735-4F55-BE11-4C43E5205FC3}"/>
                </c:ext>
              </c:extLst>
            </c:dLbl>
            <c:dLbl>
              <c:idx val="25"/>
              <c:layout>
                <c:manualLayout>
                  <c:x val="-4.7261967254093241E-2"/>
                  <c:y val="8.10828208517730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0735-4F55-BE11-4C43E5205FC3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0735-4F55-BE11-4C43E5205FC3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0735-4F55-BE11-4C43E5205FC3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0735-4F55-BE11-4C43E5205FC3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0735-4F55-BE11-4C43E5205FC3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0735-4F55-BE11-4C43E5205FC3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0735-4F55-BE11-4C43E5205FC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'Columbus MSA'!$A$2:$A$33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'Columbus MSA'!$B$2:$B$33</c:f>
              <c:numCache>
                <c:formatCode>#,##0</c:formatCode>
                <c:ptCount val="32"/>
                <c:pt idx="0">
                  <c:v>1682068</c:v>
                </c:pt>
                <c:pt idx="1">
                  <c:v>1706779</c:v>
                </c:pt>
                <c:pt idx="2">
                  <c:v>1726352</c:v>
                </c:pt>
                <c:pt idx="3">
                  <c:v>1749262</c:v>
                </c:pt>
                <c:pt idx="4">
                  <c:v>1769572</c:v>
                </c:pt>
                <c:pt idx="5">
                  <c:v>1791126</c:v>
                </c:pt>
                <c:pt idx="6">
                  <c:v>1816992</c:v>
                </c:pt>
                <c:pt idx="7">
                  <c:v>1841539</c:v>
                </c:pt>
                <c:pt idx="8">
                  <c:v>1865647</c:v>
                </c:pt>
                <c:pt idx="9">
                  <c:v>1887548</c:v>
                </c:pt>
                <c:pt idx="10">
                  <c:v>1906466</c:v>
                </c:pt>
                <c:pt idx="11">
                  <c:v>1926850</c:v>
                </c:pt>
                <c:pt idx="12">
                  <c:v>1948133</c:v>
                </c:pt>
                <c:pt idx="13">
                  <c:v>1975418</c:v>
                </c:pt>
                <c:pt idx="14">
                  <c:v>2003406</c:v>
                </c:pt>
                <c:pt idx="15">
                  <c:v>2029746</c:v>
                </c:pt>
                <c:pt idx="16">
                  <c:v>2054988</c:v>
                </c:pt>
                <c:pt idx="17">
                  <c:v>2085784</c:v>
                </c:pt>
                <c:pt idx="18">
                  <c:v>2107634</c:v>
                </c:pt>
                <c:pt idx="19">
                  <c:v>2127695</c:v>
                </c:pt>
                <c:pt idx="20">
                  <c:v>2141983</c:v>
                </c:pt>
                <c:pt idx="21">
                  <c:v>2146774</c:v>
                </c:pt>
                <c:pt idx="22">
                  <c:v>2166993</c:v>
                </c:pt>
                <c:pt idx="23">
                  <c:v>2192164</c:v>
                </c:pt>
                <c:pt idx="24">
                  <c:v>2220716</c:v>
                </c:pt>
                <c:pt idx="25">
                  <c:v>2242028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0735-4F55-BE11-4C43E5205F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60001"/>
        <c:axId val="50160002"/>
      </c:scatterChart>
      <c:valAx>
        <c:axId val="5016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60002"/>
        <c:crosses val="autoZero"/>
        <c:crossBetween val="midCat"/>
        <c:majorUnit val="5"/>
      </c:valAx>
      <c:valAx>
        <c:axId val="5016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6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MORPC 15-County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'MORPC 15-county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E4-4F02-8667-3B7076B463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E4-4F02-8667-3B7076B463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4E4-4F02-8667-3B7076B463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E4-4F02-8667-3B7076B463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4E4-4F02-8667-3B7076B463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E4-4F02-8667-3B7076B463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4E4-4F02-8667-3B7076B463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E4-4F02-8667-3B7076B463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4E4-4F02-8667-3B7076B463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4E4-4F02-8667-3B7076B463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4E4-4F02-8667-3B7076B463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4E4-4F02-8667-3B7076B463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4E4-4F02-8667-3B7076B463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4E4-4F02-8667-3B7076B463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4E4-4F02-8667-3B7076B463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4E4-4F02-8667-3B7076B463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4E4-4F02-8667-3B7076B463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4E4-4F02-8667-3B7076B463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4E4-4F02-8667-3B7076B463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4E4-4F02-8667-3B7076B463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4E4-4F02-8667-3B7076B463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4E4-4F02-8667-3B7076B463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4E4-4F02-8667-3B7076B463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4E4-4F02-8667-3B7076B463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4E4-4F02-8667-3B7076B463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4E4-4F02-8667-3B7076B463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4E4-4F02-8667-3B7076B463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4E4-4F02-8667-3B7076B463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4E4-4F02-8667-3B7076B463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4E4-4F02-8667-3B7076B463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4E4-4F02-8667-3B7076B463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15-county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15-county region'!$C$2:$C$33</c:f>
              <c:numCache>
                <c:formatCode>General</c:formatCode>
                <c:ptCount val="32"/>
                <c:pt idx="25" formatCode="#,##0">
                  <c:v>2522428</c:v>
                </c:pt>
                <c:pt idx="26" formatCode="#,##0">
                  <c:v>2591773</c:v>
                </c:pt>
                <c:pt idx="27" formatCode="#,##0">
                  <c:v>2640573</c:v>
                </c:pt>
                <c:pt idx="28" formatCode="#,##0">
                  <c:v>2669518</c:v>
                </c:pt>
                <c:pt idx="29" formatCode="#,##0">
                  <c:v>2686538</c:v>
                </c:pt>
                <c:pt idx="30" formatCode="#,##0">
                  <c:v>2696438</c:v>
                </c:pt>
                <c:pt idx="31" formatCode="#,##0">
                  <c:v>2700898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B4E4-4F02-8667-3B7076B4633D}"/>
            </c:ext>
          </c:extLst>
        </c:ser>
        <c:ser>
          <c:idx val="1"/>
          <c:order val="1"/>
          <c:tx>
            <c:strRef>
              <c:f>'MORPC 15-county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4E4-4F02-8667-3B7076B463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4E4-4F02-8667-3B7076B463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B4E4-4F02-8667-3B7076B463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4E4-4F02-8667-3B7076B463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4E4-4F02-8667-3B7076B463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4E4-4F02-8667-3B7076B463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4E4-4F02-8667-3B7076B463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B4E4-4F02-8667-3B7076B463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B4E4-4F02-8667-3B7076B463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B4E4-4F02-8667-3B7076B463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B4E4-4F02-8667-3B7076B463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B4E4-4F02-8667-3B7076B463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B4E4-4F02-8667-3B7076B463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B4E4-4F02-8667-3B7076B463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B4E4-4F02-8667-3B7076B463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B4E4-4F02-8667-3B7076B463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B4E4-4F02-8667-3B7076B463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B4E4-4F02-8667-3B7076B463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B4E4-4F02-8667-3B7076B463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B4E4-4F02-8667-3B7076B463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B4E4-4F02-8667-3B7076B463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B4E4-4F02-8667-3B7076B463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B4E4-4F02-8667-3B7076B463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B4E4-4F02-8667-3B7076B463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B4E4-4F02-8667-3B7076B463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B4E4-4F02-8667-3B7076B463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B4E4-4F02-8667-3B7076B463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B4E4-4F02-8667-3B7076B463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B4E4-4F02-8667-3B7076B463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B4E4-4F02-8667-3B7076B463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B4E4-4F02-8667-3B7076B463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15-county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15-county region'!$D$2:$D$33</c:f>
              <c:numCache>
                <c:formatCode>General</c:formatCode>
                <c:ptCount val="32"/>
                <c:pt idx="25" formatCode="#,##0">
                  <c:v>2522428</c:v>
                </c:pt>
                <c:pt idx="26" formatCode="#,##0">
                  <c:v>2621483</c:v>
                </c:pt>
                <c:pt idx="27" formatCode="#,##0">
                  <c:v>2701203</c:v>
                </c:pt>
                <c:pt idx="28" formatCode="#,##0">
                  <c:v>2763033</c:v>
                </c:pt>
                <c:pt idx="29" formatCode="#,##0">
                  <c:v>2813883</c:v>
                </c:pt>
                <c:pt idx="30" formatCode="#,##0">
                  <c:v>2857983</c:v>
                </c:pt>
                <c:pt idx="31" formatCode="#,##0">
                  <c:v>2896873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B4E4-4F02-8667-3B7076B4633D}"/>
            </c:ext>
          </c:extLst>
        </c:ser>
        <c:ser>
          <c:idx val="2"/>
          <c:order val="2"/>
          <c:tx>
            <c:strRef>
              <c:f>'MORPC 15-county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B4E4-4F02-8667-3B7076B463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B4E4-4F02-8667-3B7076B463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B4E4-4F02-8667-3B7076B463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B4E4-4F02-8667-3B7076B463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B4E4-4F02-8667-3B7076B463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B4E4-4F02-8667-3B7076B463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B4E4-4F02-8667-3B7076B463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B4E4-4F02-8667-3B7076B463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B4E4-4F02-8667-3B7076B463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B4E4-4F02-8667-3B7076B463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B4E4-4F02-8667-3B7076B463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B4E4-4F02-8667-3B7076B463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B4E4-4F02-8667-3B7076B463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B4E4-4F02-8667-3B7076B463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B4E4-4F02-8667-3B7076B463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B4E4-4F02-8667-3B7076B463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B4E4-4F02-8667-3B7076B463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B4E4-4F02-8667-3B7076B463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B4E4-4F02-8667-3B7076B463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B4E4-4F02-8667-3B7076B463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B4E4-4F02-8667-3B7076B463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B4E4-4F02-8667-3B7076B463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B4E4-4F02-8667-3B7076B463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B4E4-4F02-8667-3B7076B463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B4E4-4F02-8667-3B7076B4633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B4E4-4F02-8667-3B7076B463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B4E4-4F02-8667-3B7076B463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B4E4-4F02-8667-3B7076B463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B4E4-4F02-8667-3B7076B463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B4E4-4F02-8667-3B7076B463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B4E4-4F02-8667-3B7076B463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15-county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15-county region'!$E$2:$E$33</c:f>
              <c:numCache>
                <c:formatCode>General</c:formatCode>
                <c:ptCount val="32"/>
                <c:pt idx="25" formatCode="#,##0">
                  <c:v>2522428</c:v>
                </c:pt>
                <c:pt idx="26" formatCode="#,##0">
                  <c:v>2655423</c:v>
                </c:pt>
                <c:pt idx="27" formatCode="#,##0">
                  <c:v>2770558</c:v>
                </c:pt>
                <c:pt idx="28" formatCode="#,##0">
                  <c:v>2869668</c:v>
                </c:pt>
                <c:pt idx="29" formatCode="#,##0">
                  <c:v>2959158</c:v>
                </c:pt>
                <c:pt idx="30" formatCode="#,##0">
                  <c:v>3042688</c:v>
                </c:pt>
                <c:pt idx="31" formatCode="#,##0">
                  <c:v>3121463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B4E4-4F02-8667-3B7076B4633D}"/>
            </c:ext>
          </c:extLst>
        </c:ser>
        <c:ser>
          <c:idx val="3"/>
          <c:order val="3"/>
          <c:tx>
            <c:strRef>
              <c:f>'MORPC 15-county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5753905761779779E-2"/>
                  <c:y val="5.18857405598022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B4E4-4F02-8667-3B7076B4633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B4E4-4F02-8667-3B7076B4633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B4E4-4F02-8667-3B7076B4633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B4E4-4F02-8667-3B7076B4633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B4E4-4F02-8667-3B7076B4633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B4E4-4F02-8667-3B7076B4633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B4E4-4F02-8667-3B7076B4633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B4E4-4F02-8667-3B7076B4633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B4E4-4F02-8667-3B7076B4633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B4E4-4F02-8667-3B7076B4633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B4E4-4F02-8667-3B7076B4633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B4E4-4F02-8667-3B7076B4633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B4E4-4F02-8667-3B7076B4633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B4E4-4F02-8667-3B7076B4633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B4E4-4F02-8667-3B7076B4633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B4E4-4F02-8667-3B7076B4633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B4E4-4F02-8667-3B7076B4633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B4E4-4F02-8667-3B7076B4633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B4E4-4F02-8667-3B7076B4633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B4E4-4F02-8667-3B7076B4633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B4E4-4F02-8667-3B7076B4633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B4E4-4F02-8667-3B7076B4633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B4E4-4F02-8667-3B7076B4633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B4E4-4F02-8667-3B7076B4633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B4E4-4F02-8667-3B7076B4633D}"/>
                </c:ext>
              </c:extLst>
            </c:dLbl>
            <c:dLbl>
              <c:idx val="25"/>
              <c:layout>
                <c:manualLayout>
                  <c:x val="-4.2500062492188476E-2"/>
                  <c:y val="6.891737073011858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B4E4-4F02-8667-3B7076B4633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B4E4-4F02-8667-3B7076B4633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B4E4-4F02-8667-3B7076B4633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B4E4-4F02-8667-3B7076B4633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B4E4-4F02-8667-3B7076B4633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B4E4-4F02-8667-3B7076B4633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B4E4-4F02-8667-3B7076B4633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15-county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15-county region'!$B$2:$B$33</c:f>
              <c:numCache>
                <c:formatCode>#,##0</c:formatCode>
                <c:ptCount val="32"/>
                <c:pt idx="0">
                  <c:v>1950805</c:v>
                </c:pt>
                <c:pt idx="1">
                  <c:v>1976410</c:v>
                </c:pt>
                <c:pt idx="2">
                  <c:v>1997739</c:v>
                </c:pt>
                <c:pt idx="3">
                  <c:v>2022581</c:v>
                </c:pt>
                <c:pt idx="4">
                  <c:v>2043896</c:v>
                </c:pt>
                <c:pt idx="5">
                  <c:v>2066931</c:v>
                </c:pt>
                <c:pt idx="6">
                  <c:v>2093863</c:v>
                </c:pt>
                <c:pt idx="7">
                  <c:v>2120350</c:v>
                </c:pt>
                <c:pt idx="8">
                  <c:v>2145521</c:v>
                </c:pt>
                <c:pt idx="9">
                  <c:v>2167524</c:v>
                </c:pt>
                <c:pt idx="10">
                  <c:v>2186934</c:v>
                </c:pt>
                <c:pt idx="11">
                  <c:v>2207151</c:v>
                </c:pt>
                <c:pt idx="12">
                  <c:v>2227311</c:v>
                </c:pt>
                <c:pt idx="13">
                  <c:v>2254486</c:v>
                </c:pt>
                <c:pt idx="14">
                  <c:v>2282556</c:v>
                </c:pt>
                <c:pt idx="15">
                  <c:v>2308495</c:v>
                </c:pt>
                <c:pt idx="16">
                  <c:v>2333694</c:v>
                </c:pt>
                <c:pt idx="17">
                  <c:v>2365217</c:v>
                </c:pt>
                <c:pt idx="18">
                  <c:v>2387781</c:v>
                </c:pt>
                <c:pt idx="19">
                  <c:v>2407967</c:v>
                </c:pt>
                <c:pt idx="20">
                  <c:v>2422325</c:v>
                </c:pt>
                <c:pt idx="21">
                  <c:v>2426120</c:v>
                </c:pt>
                <c:pt idx="22">
                  <c:v>2445878</c:v>
                </c:pt>
                <c:pt idx="23">
                  <c:v>2471227</c:v>
                </c:pt>
                <c:pt idx="24">
                  <c:v>2499936</c:v>
                </c:pt>
                <c:pt idx="25">
                  <c:v>2522428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B4E4-4F02-8667-3B7076B46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70001"/>
        <c:axId val="50170002"/>
      </c:scatterChart>
      <c:valAx>
        <c:axId val="5017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70002"/>
        <c:crosses val="autoZero"/>
        <c:crossBetween val="midCat"/>
        <c:majorUnit val="5"/>
      </c:valAx>
      <c:valAx>
        <c:axId val="5017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7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MORPC 10-County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'MORPC 10-county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E8-4199-9685-F8E84A70D37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E8-4199-9685-F8E84A70D37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E8-4199-9685-F8E84A70D3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E8-4199-9685-F8E84A70D37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EE8-4199-9685-F8E84A70D3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E8-4199-9685-F8E84A70D3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EE8-4199-9685-F8E84A70D37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E8-4199-9685-F8E84A70D3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EE8-4199-9685-F8E84A70D37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EE8-4199-9685-F8E84A70D3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EE8-4199-9685-F8E84A70D37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EE8-4199-9685-F8E84A70D3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EE8-4199-9685-F8E84A70D3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EE8-4199-9685-F8E84A70D3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EE8-4199-9685-F8E84A70D37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EEE8-4199-9685-F8E84A70D37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EE8-4199-9685-F8E84A70D37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EE8-4199-9685-F8E84A70D3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EE8-4199-9685-F8E84A70D3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EE8-4199-9685-F8E84A70D3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EEE8-4199-9685-F8E84A70D3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EEE8-4199-9685-F8E84A70D37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EEE8-4199-9685-F8E84A70D37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EEE8-4199-9685-F8E84A70D37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EEE8-4199-9685-F8E84A70D37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EEE8-4199-9685-F8E84A70D3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EEE8-4199-9685-F8E84A70D37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EEE8-4199-9685-F8E84A70D37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EEE8-4199-9685-F8E84A70D37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EEE8-4199-9685-F8E84A70D37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EEE8-4199-9685-F8E84A70D3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10-county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10-county region'!$C$2:$C$33</c:f>
              <c:numCache>
                <c:formatCode>General</c:formatCode>
                <c:ptCount val="32"/>
                <c:pt idx="25" formatCode="#,##0">
                  <c:v>2307715</c:v>
                </c:pt>
                <c:pt idx="26" formatCode="#,##0">
                  <c:v>2383585</c:v>
                </c:pt>
                <c:pt idx="27" formatCode="#,##0">
                  <c:v>2440685</c:v>
                </c:pt>
                <c:pt idx="28" formatCode="#,##0">
                  <c:v>2479160</c:v>
                </c:pt>
                <c:pt idx="29" formatCode="#,##0">
                  <c:v>2506295</c:v>
                </c:pt>
                <c:pt idx="30" formatCode="#,##0">
                  <c:v>2526775</c:v>
                </c:pt>
                <c:pt idx="31" formatCode="#,##0">
                  <c:v>2541690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EEE8-4199-9685-F8E84A70D37F}"/>
            </c:ext>
          </c:extLst>
        </c:ser>
        <c:ser>
          <c:idx val="1"/>
          <c:order val="1"/>
          <c:tx>
            <c:strRef>
              <c:f>'MORPC 10-county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EEE8-4199-9685-F8E84A70D37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EEE8-4199-9685-F8E84A70D37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EEE8-4199-9685-F8E84A70D3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EEE8-4199-9685-F8E84A70D37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EEE8-4199-9685-F8E84A70D3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EEE8-4199-9685-F8E84A70D3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EEE8-4199-9685-F8E84A70D37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EEE8-4199-9685-F8E84A70D3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EEE8-4199-9685-F8E84A70D37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EEE8-4199-9685-F8E84A70D3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EEE8-4199-9685-F8E84A70D37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EEE8-4199-9685-F8E84A70D3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EEE8-4199-9685-F8E84A70D3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EEE8-4199-9685-F8E84A70D3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EEE8-4199-9685-F8E84A70D37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EEE8-4199-9685-F8E84A70D37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EEE8-4199-9685-F8E84A70D37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EEE8-4199-9685-F8E84A70D3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EEE8-4199-9685-F8E84A70D3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EEE8-4199-9685-F8E84A70D3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EEE8-4199-9685-F8E84A70D3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EEE8-4199-9685-F8E84A70D37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EEE8-4199-9685-F8E84A70D37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EEE8-4199-9685-F8E84A70D37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EEE8-4199-9685-F8E84A70D37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EEE8-4199-9685-F8E84A70D3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EEE8-4199-9685-F8E84A70D37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EEE8-4199-9685-F8E84A70D37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EEE8-4199-9685-F8E84A70D37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EEE8-4199-9685-F8E84A70D37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EEE8-4199-9685-F8E84A70D3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10-county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10-county region'!$D$2:$D$33</c:f>
              <c:numCache>
                <c:formatCode>General</c:formatCode>
                <c:ptCount val="32"/>
                <c:pt idx="25" formatCode="#,##0">
                  <c:v>2307715</c:v>
                </c:pt>
                <c:pt idx="26" formatCode="#,##0">
                  <c:v>2409885</c:v>
                </c:pt>
                <c:pt idx="27" formatCode="#,##0">
                  <c:v>2494555</c:v>
                </c:pt>
                <c:pt idx="28" formatCode="#,##0">
                  <c:v>2562425</c:v>
                </c:pt>
                <c:pt idx="29" formatCode="#,##0">
                  <c:v>2619875</c:v>
                </c:pt>
                <c:pt idx="30" formatCode="#,##0">
                  <c:v>2671065</c:v>
                </c:pt>
                <c:pt idx="31" formatCode="#,##0">
                  <c:v>2717005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EEE8-4199-9685-F8E84A70D37F}"/>
            </c:ext>
          </c:extLst>
        </c:ser>
        <c:ser>
          <c:idx val="2"/>
          <c:order val="2"/>
          <c:tx>
            <c:strRef>
              <c:f>'MORPC 10-county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EEE8-4199-9685-F8E84A70D37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EEE8-4199-9685-F8E84A70D37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EEE8-4199-9685-F8E84A70D3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EEE8-4199-9685-F8E84A70D37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EEE8-4199-9685-F8E84A70D3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EEE8-4199-9685-F8E84A70D3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EEE8-4199-9685-F8E84A70D37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EEE8-4199-9685-F8E84A70D3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EEE8-4199-9685-F8E84A70D37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EEE8-4199-9685-F8E84A70D3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EEE8-4199-9685-F8E84A70D37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EEE8-4199-9685-F8E84A70D3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EEE8-4199-9685-F8E84A70D3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EEE8-4199-9685-F8E84A70D3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EEE8-4199-9685-F8E84A70D37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EEE8-4199-9685-F8E84A70D37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EEE8-4199-9685-F8E84A70D37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EEE8-4199-9685-F8E84A70D3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EEE8-4199-9685-F8E84A70D3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EEE8-4199-9685-F8E84A70D3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EEE8-4199-9685-F8E84A70D3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EEE8-4199-9685-F8E84A70D37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EEE8-4199-9685-F8E84A70D37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EEE8-4199-9685-F8E84A70D37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EEE8-4199-9685-F8E84A70D37F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EEE8-4199-9685-F8E84A70D3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EEE8-4199-9685-F8E84A70D37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EEE8-4199-9685-F8E84A70D37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EEE8-4199-9685-F8E84A70D37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EEE8-4199-9685-F8E84A70D37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EEE8-4199-9685-F8E84A70D3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10-county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10-county region'!$E$2:$E$33</c:f>
              <c:numCache>
                <c:formatCode>General</c:formatCode>
                <c:ptCount val="32"/>
                <c:pt idx="25" formatCode="#,##0">
                  <c:v>2307715</c:v>
                </c:pt>
                <c:pt idx="26" formatCode="#,##0">
                  <c:v>2442335</c:v>
                </c:pt>
                <c:pt idx="27" formatCode="#,##0">
                  <c:v>2560960</c:v>
                </c:pt>
                <c:pt idx="28" formatCode="#,##0">
                  <c:v>2664625</c:v>
                </c:pt>
                <c:pt idx="29" formatCode="#,##0">
                  <c:v>2759205</c:v>
                </c:pt>
                <c:pt idx="30" formatCode="#,##0">
                  <c:v>2848280</c:v>
                </c:pt>
                <c:pt idx="31" formatCode="#,##0">
                  <c:v>2932555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EEE8-4199-9685-F8E84A70D37F}"/>
            </c:ext>
          </c:extLst>
        </c:ser>
        <c:ser>
          <c:idx val="3"/>
          <c:order val="3"/>
          <c:tx>
            <c:strRef>
              <c:f>'MORPC 10-county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7341207349081364E-2"/>
                  <c:y val="7.62166408031112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EEE8-4199-9685-F8E84A70D37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EEE8-4199-9685-F8E84A70D37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EEE8-4199-9685-F8E84A70D37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EEE8-4199-9685-F8E84A70D37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EEE8-4199-9685-F8E84A70D37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EEE8-4199-9685-F8E84A70D37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EEE8-4199-9685-F8E84A70D37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EEE8-4199-9685-F8E84A70D37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EEE8-4199-9685-F8E84A70D37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EEE8-4199-9685-F8E84A70D37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EEE8-4199-9685-F8E84A70D37F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EEE8-4199-9685-F8E84A70D37F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EEE8-4199-9685-F8E84A70D37F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EEE8-4199-9685-F8E84A70D37F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EEE8-4199-9685-F8E84A70D37F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EEE8-4199-9685-F8E84A70D37F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EEE8-4199-9685-F8E84A70D37F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EEE8-4199-9685-F8E84A70D37F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EEE8-4199-9685-F8E84A70D37F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EEE8-4199-9685-F8E84A70D37F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EEE8-4199-9685-F8E84A70D37F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EEE8-4199-9685-F8E84A70D37F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EEE8-4199-9685-F8E84A70D37F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EEE8-4199-9685-F8E84A70D37F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EEE8-4199-9685-F8E84A70D37F}"/>
                </c:ext>
              </c:extLst>
            </c:dLbl>
            <c:dLbl>
              <c:idx val="25"/>
              <c:layout>
                <c:manualLayout>
                  <c:x val="-4.8849268841394823E-2"/>
                  <c:y val="8.35159108761038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EEE8-4199-9685-F8E84A70D37F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EEE8-4199-9685-F8E84A70D37F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EEE8-4199-9685-F8E84A70D37F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EEE8-4199-9685-F8E84A70D37F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EEE8-4199-9685-F8E84A70D37F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EEE8-4199-9685-F8E84A70D37F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EEE8-4199-9685-F8E84A70D3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10-county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10-county region'!$B$2:$B$33</c:f>
              <c:numCache>
                <c:formatCode>#,##0</c:formatCode>
                <c:ptCount val="32"/>
                <c:pt idx="0">
                  <c:v>1740458</c:v>
                </c:pt>
                <c:pt idx="1">
                  <c:v>1765568</c:v>
                </c:pt>
                <c:pt idx="2">
                  <c:v>1785635</c:v>
                </c:pt>
                <c:pt idx="3">
                  <c:v>1809099</c:v>
                </c:pt>
                <c:pt idx="4">
                  <c:v>1829849</c:v>
                </c:pt>
                <c:pt idx="5">
                  <c:v>1851923</c:v>
                </c:pt>
                <c:pt idx="6">
                  <c:v>1878004</c:v>
                </c:pt>
                <c:pt idx="7">
                  <c:v>1902869</c:v>
                </c:pt>
                <c:pt idx="8">
                  <c:v>1927240</c:v>
                </c:pt>
                <c:pt idx="9">
                  <c:v>1949324</c:v>
                </c:pt>
                <c:pt idx="10">
                  <c:v>1968534</c:v>
                </c:pt>
                <c:pt idx="11">
                  <c:v>1989259</c:v>
                </c:pt>
                <c:pt idx="12">
                  <c:v>2010292</c:v>
                </c:pt>
                <c:pt idx="13">
                  <c:v>2038169</c:v>
                </c:pt>
                <c:pt idx="14">
                  <c:v>2066286</c:v>
                </c:pt>
                <c:pt idx="15">
                  <c:v>2092651</c:v>
                </c:pt>
                <c:pt idx="16">
                  <c:v>2118032</c:v>
                </c:pt>
                <c:pt idx="17">
                  <c:v>2149019</c:v>
                </c:pt>
                <c:pt idx="18">
                  <c:v>2171937</c:v>
                </c:pt>
                <c:pt idx="19">
                  <c:v>2192144</c:v>
                </c:pt>
                <c:pt idx="20">
                  <c:v>2206673</c:v>
                </c:pt>
                <c:pt idx="21">
                  <c:v>2210971</c:v>
                </c:pt>
                <c:pt idx="22">
                  <c:v>2231322</c:v>
                </c:pt>
                <c:pt idx="23">
                  <c:v>2256975</c:v>
                </c:pt>
                <c:pt idx="24">
                  <c:v>2285992</c:v>
                </c:pt>
                <c:pt idx="25">
                  <c:v>2307715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EEE8-4199-9685-F8E84A70D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80001"/>
        <c:axId val="50180002"/>
      </c:scatterChart>
      <c:valAx>
        <c:axId val="5018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80002"/>
        <c:crosses val="autoZero"/>
        <c:crossBetween val="midCat"/>
        <c:majorUnit val="5"/>
      </c:valAx>
      <c:valAx>
        <c:axId val="5018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8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MORPC 7-County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'MORPC 7-county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B4D-47B4-89B9-1DECC952348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B4D-47B4-89B9-1DECC95234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B4D-47B4-89B9-1DECC952348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B4D-47B4-89B9-1DECC952348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B4D-47B4-89B9-1DECC95234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B4D-47B4-89B9-1DECC952348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B4D-47B4-89B9-1DECC952348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B4D-47B4-89B9-1DECC95234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B4D-47B4-89B9-1DECC952348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B4D-47B4-89B9-1DECC952348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B4D-47B4-89B9-1DECC95234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B4D-47B4-89B9-1DECC952348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B4D-47B4-89B9-1DECC952348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B4D-47B4-89B9-1DECC95234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B4D-47B4-89B9-1DECC952348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B4D-47B4-89B9-1DECC952348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5B4D-47B4-89B9-1DECC95234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5B4D-47B4-89B9-1DECC952348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5B4D-47B4-89B9-1DECC952348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5B4D-47B4-89B9-1DECC95234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5B4D-47B4-89B9-1DECC952348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5B4D-47B4-89B9-1DECC952348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5B4D-47B4-89B9-1DECC95234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5B4D-47B4-89B9-1DECC952348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5B4D-47B4-89B9-1DECC952348A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5B4D-47B4-89B9-1DECC95234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5B4D-47B4-89B9-1DECC952348A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5B4D-47B4-89B9-1DECC952348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5B4D-47B4-89B9-1DECC95234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5B4D-47B4-89B9-1DECC952348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5B4D-47B4-89B9-1DECC95234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7-county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7-county region'!$C$2:$C$33</c:f>
              <c:numCache>
                <c:formatCode>General</c:formatCode>
                <c:ptCount val="32"/>
                <c:pt idx="25" formatCode="#,##0">
                  <c:v>2142293</c:v>
                </c:pt>
                <c:pt idx="26" formatCode="#,##0">
                  <c:v>2221348</c:v>
                </c:pt>
                <c:pt idx="27" formatCode="#,##0">
                  <c:v>2283383</c:v>
                </c:pt>
                <c:pt idx="28" formatCode="#,##0">
                  <c:v>2327983</c:v>
                </c:pt>
                <c:pt idx="29" formatCode="#,##0">
                  <c:v>2361638</c:v>
                </c:pt>
                <c:pt idx="30" formatCode="#,##0">
                  <c:v>2388693</c:v>
                </c:pt>
                <c:pt idx="31" formatCode="#,##0">
                  <c:v>2410033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5B4D-47B4-89B9-1DECC952348A}"/>
            </c:ext>
          </c:extLst>
        </c:ser>
        <c:ser>
          <c:idx val="1"/>
          <c:order val="1"/>
          <c:tx>
            <c:strRef>
              <c:f>'MORPC 7-county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5B4D-47B4-89B9-1DECC952348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5B4D-47B4-89B9-1DECC95234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5B4D-47B4-89B9-1DECC952348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5B4D-47B4-89B9-1DECC952348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5B4D-47B4-89B9-1DECC95234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5B4D-47B4-89B9-1DECC952348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5B4D-47B4-89B9-1DECC952348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5B4D-47B4-89B9-1DECC95234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5B4D-47B4-89B9-1DECC952348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5B4D-47B4-89B9-1DECC952348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5B4D-47B4-89B9-1DECC95234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5B4D-47B4-89B9-1DECC952348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5B4D-47B4-89B9-1DECC952348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5B4D-47B4-89B9-1DECC95234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5B4D-47B4-89B9-1DECC952348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5B4D-47B4-89B9-1DECC952348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5B4D-47B4-89B9-1DECC95234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5B4D-47B4-89B9-1DECC952348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5B4D-47B4-89B9-1DECC952348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5B4D-47B4-89B9-1DECC95234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5B4D-47B4-89B9-1DECC952348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5B4D-47B4-89B9-1DECC952348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5B4D-47B4-89B9-1DECC95234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5B4D-47B4-89B9-1DECC952348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5B4D-47B4-89B9-1DECC952348A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5B4D-47B4-89B9-1DECC95234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5B4D-47B4-89B9-1DECC952348A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5B4D-47B4-89B9-1DECC952348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5B4D-47B4-89B9-1DECC95234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5B4D-47B4-89B9-1DECC952348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5B4D-47B4-89B9-1DECC95234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7-county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7-county region'!$D$2:$D$33</c:f>
              <c:numCache>
                <c:formatCode>General</c:formatCode>
                <c:ptCount val="32"/>
                <c:pt idx="25" formatCode="#,##0">
                  <c:v>2142293</c:v>
                </c:pt>
                <c:pt idx="26" formatCode="#,##0">
                  <c:v>2245478</c:v>
                </c:pt>
                <c:pt idx="27" formatCode="#,##0">
                  <c:v>2332848</c:v>
                </c:pt>
                <c:pt idx="28" formatCode="#,##0">
                  <c:v>2404453</c:v>
                </c:pt>
                <c:pt idx="29" formatCode="#,##0">
                  <c:v>2465973</c:v>
                </c:pt>
                <c:pt idx="30" formatCode="#,##0">
                  <c:v>2521293</c:v>
                </c:pt>
                <c:pt idx="31" formatCode="#,##0">
                  <c:v>2571158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5B4D-47B4-89B9-1DECC952348A}"/>
            </c:ext>
          </c:extLst>
        </c:ser>
        <c:ser>
          <c:idx val="2"/>
          <c:order val="2"/>
          <c:tx>
            <c:strRef>
              <c:f>'MORPC 7-county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5B4D-47B4-89B9-1DECC952348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5B4D-47B4-89B9-1DECC95234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5B4D-47B4-89B9-1DECC952348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5B4D-47B4-89B9-1DECC952348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5B4D-47B4-89B9-1DECC95234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5B4D-47B4-89B9-1DECC952348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5B4D-47B4-89B9-1DECC952348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5B4D-47B4-89B9-1DECC95234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5B4D-47B4-89B9-1DECC952348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5B4D-47B4-89B9-1DECC952348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5B4D-47B4-89B9-1DECC95234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5B4D-47B4-89B9-1DECC952348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5B4D-47B4-89B9-1DECC952348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5B4D-47B4-89B9-1DECC95234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5B4D-47B4-89B9-1DECC952348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5B4D-47B4-89B9-1DECC952348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5B4D-47B4-89B9-1DECC95234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5B4D-47B4-89B9-1DECC952348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5B4D-47B4-89B9-1DECC952348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5B4D-47B4-89B9-1DECC95234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5B4D-47B4-89B9-1DECC952348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5B4D-47B4-89B9-1DECC952348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5B4D-47B4-89B9-1DECC95234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5B4D-47B4-89B9-1DECC952348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5B4D-47B4-89B9-1DECC952348A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5B4D-47B4-89B9-1DECC95234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5B4D-47B4-89B9-1DECC952348A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5B4D-47B4-89B9-1DECC952348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5B4D-47B4-89B9-1DECC95234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5B4D-47B4-89B9-1DECC952348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5B4D-47B4-89B9-1DECC95234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7-county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7-county region'!$E$2:$E$33</c:f>
              <c:numCache>
                <c:formatCode>General</c:formatCode>
                <c:ptCount val="32"/>
                <c:pt idx="25" formatCode="#,##0">
                  <c:v>2142293</c:v>
                </c:pt>
                <c:pt idx="26" formatCode="#,##0">
                  <c:v>2275153</c:v>
                </c:pt>
                <c:pt idx="27" formatCode="#,##0">
                  <c:v>2393568</c:v>
                </c:pt>
                <c:pt idx="28" formatCode="#,##0">
                  <c:v>2497928</c:v>
                </c:pt>
                <c:pt idx="29" formatCode="#,##0">
                  <c:v>2593418</c:v>
                </c:pt>
                <c:pt idx="30" formatCode="#,##0">
                  <c:v>2683413</c:v>
                </c:pt>
                <c:pt idx="31" formatCode="#,##0">
                  <c:v>2768403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5B4D-47B4-89B9-1DECC952348A}"/>
            </c:ext>
          </c:extLst>
        </c:ser>
        <c:ser>
          <c:idx val="3"/>
          <c:order val="3"/>
          <c:tx>
            <c:strRef>
              <c:f>'MORPC 7-county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2579302587176574E-2"/>
                  <c:y val="6.40511906814567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5B4D-47B4-89B9-1DECC952348A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5B4D-47B4-89B9-1DECC952348A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5B4D-47B4-89B9-1DECC952348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5B4D-47B4-89B9-1DECC952348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5B4D-47B4-89B9-1DECC952348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5B4D-47B4-89B9-1DECC952348A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5B4D-47B4-89B9-1DECC952348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5B4D-47B4-89B9-1DECC952348A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5B4D-47B4-89B9-1DECC952348A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5B4D-47B4-89B9-1DECC952348A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5B4D-47B4-89B9-1DECC952348A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5B4D-47B4-89B9-1DECC952348A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5B4D-47B4-89B9-1DECC952348A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5B4D-47B4-89B9-1DECC952348A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5B4D-47B4-89B9-1DECC952348A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5B4D-47B4-89B9-1DECC952348A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5B4D-47B4-89B9-1DECC952348A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5B4D-47B4-89B9-1DECC952348A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5B4D-47B4-89B9-1DECC952348A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5B4D-47B4-89B9-1DECC952348A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5B4D-47B4-89B9-1DECC952348A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5B4D-47B4-89B9-1DECC952348A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5B4D-47B4-89B9-1DECC952348A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5B4D-47B4-89B9-1DECC952348A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5B4D-47B4-89B9-1DECC952348A}"/>
                </c:ext>
              </c:extLst>
            </c:dLbl>
            <c:dLbl>
              <c:idx val="25"/>
              <c:layout>
                <c:manualLayout>
                  <c:x val="-4.408736407949012E-2"/>
                  <c:y val="6.40511906814567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5B4D-47B4-89B9-1DECC952348A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5B4D-47B4-89B9-1DECC952348A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5B4D-47B4-89B9-1DECC952348A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5B4D-47B4-89B9-1DECC952348A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5B4D-47B4-89B9-1DECC952348A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5B4D-47B4-89B9-1DECC952348A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5B4D-47B4-89B9-1DECC952348A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7-county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7-county region'!$B$2:$B$33</c:f>
              <c:numCache>
                <c:formatCode>#,##0</c:formatCode>
                <c:ptCount val="32"/>
                <c:pt idx="0">
                  <c:v>1587894</c:v>
                </c:pt>
                <c:pt idx="1">
                  <c:v>1611514</c:v>
                </c:pt>
                <c:pt idx="2">
                  <c:v>1630115</c:v>
                </c:pt>
                <c:pt idx="3">
                  <c:v>1651971</c:v>
                </c:pt>
                <c:pt idx="4">
                  <c:v>1671468</c:v>
                </c:pt>
                <c:pt idx="5">
                  <c:v>1692543</c:v>
                </c:pt>
                <c:pt idx="6">
                  <c:v>1717904</c:v>
                </c:pt>
                <c:pt idx="7">
                  <c:v>1741602</c:v>
                </c:pt>
                <c:pt idx="8">
                  <c:v>1765175</c:v>
                </c:pt>
                <c:pt idx="9">
                  <c:v>1787287</c:v>
                </c:pt>
                <c:pt idx="10">
                  <c:v>1806190</c:v>
                </c:pt>
                <c:pt idx="11">
                  <c:v>1826502</c:v>
                </c:pt>
                <c:pt idx="12">
                  <c:v>1848298</c:v>
                </c:pt>
                <c:pt idx="13">
                  <c:v>1876335</c:v>
                </c:pt>
                <c:pt idx="14">
                  <c:v>1904351</c:v>
                </c:pt>
                <c:pt idx="15">
                  <c:v>1931013</c:v>
                </c:pt>
                <c:pt idx="16">
                  <c:v>1956466</c:v>
                </c:pt>
                <c:pt idx="17">
                  <c:v>1987398</c:v>
                </c:pt>
                <c:pt idx="18">
                  <c:v>2009191</c:v>
                </c:pt>
                <c:pt idx="19">
                  <c:v>2029205</c:v>
                </c:pt>
                <c:pt idx="20">
                  <c:v>2043488</c:v>
                </c:pt>
                <c:pt idx="21">
                  <c:v>2047954</c:v>
                </c:pt>
                <c:pt idx="22">
                  <c:v>2068370</c:v>
                </c:pt>
                <c:pt idx="23">
                  <c:v>2093407</c:v>
                </c:pt>
                <c:pt idx="24">
                  <c:v>2121543</c:v>
                </c:pt>
                <c:pt idx="25">
                  <c:v>2142293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5B4D-47B4-89B9-1DECC9523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190001"/>
        <c:axId val="50190002"/>
      </c:scatterChart>
      <c:valAx>
        <c:axId val="5019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90002"/>
        <c:crosses val="autoZero"/>
        <c:crossBetween val="midCat"/>
        <c:majorUnit val="5"/>
      </c:valAx>
      <c:valAx>
        <c:axId val="5019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19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MORPC CORPO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'MORPC CORPO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F1F-4879-83A9-D57FF8C8F1E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1F-4879-83A9-D57FF8C8F1E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1F-4879-83A9-D57FF8C8F1E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1F-4879-83A9-D57FF8C8F1E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F1F-4879-83A9-D57FF8C8F1E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1F-4879-83A9-D57FF8C8F1E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1F-4879-83A9-D57FF8C8F1E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1F-4879-83A9-D57FF8C8F1E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1F-4879-83A9-D57FF8C8F1E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1F-4879-83A9-D57FF8C8F1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F1F-4879-83A9-D57FF8C8F1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1F-4879-83A9-D57FF8C8F1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F1F-4879-83A9-D57FF8C8F1E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F1F-4879-83A9-D57FF8C8F1E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F1F-4879-83A9-D57FF8C8F1E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F1F-4879-83A9-D57FF8C8F1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F1F-4879-83A9-D57FF8C8F1E0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3F1F-4879-83A9-D57FF8C8F1E0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3F1F-4879-83A9-D57FF8C8F1E0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3F1F-4879-83A9-D57FF8C8F1E0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3F1F-4879-83A9-D57FF8C8F1E0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3F1F-4879-83A9-D57FF8C8F1E0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3F1F-4879-83A9-D57FF8C8F1E0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3F1F-4879-83A9-D57FF8C8F1E0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3F1F-4879-83A9-D57FF8C8F1E0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3F1F-4879-83A9-D57FF8C8F1E0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3F1F-4879-83A9-D57FF8C8F1E0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3F1F-4879-83A9-D57FF8C8F1E0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3F1F-4879-83A9-D57FF8C8F1E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3F1F-4879-83A9-D57FF8C8F1E0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3F1F-4879-83A9-D57FF8C8F1E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CORPO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CORPO region'!$C$2:$C$33</c:f>
              <c:numCache>
                <c:formatCode>General</c:formatCode>
                <c:ptCount val="32"/>
                <c:pt idx="25" formatCode="#,##0">
                  <c:v>518583</c:v>
                </c:pt>
                <c:pt idx="26" formatCode="#,##0">
                  <c:v>523678</c:v>
                </c:pt>
                <c:pt idx="27" formatCode="#,##0">
                  <c:v>522473</c:v>
                </c:pt>
                <c:pt idx="28" formatCode="#,##0">
                  <c:v>517388</c:v>
                </c:pt>
                <c:pt idx="29" formatCode="#,##0">
                  <c:v>511313</c:v>
                </c:pt>
                <c:pt idx="30" formatCode="#,##0">
                  <c:v>505103</c:v>
                </c:pt>
                <c:pt idx="31" formatCode="#,##0">
                  <c:v>498423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3F1F-4879-83A9-D57FF8C8F1E0}"/>
            </c:ext>
          </c:extLst>
        </c:ser>
        <c:ser>
          <c:idx val="1"/>
          <c:order val="1"/>
          <c:tx>
            <c:strRef>
              <c:f>'MORPC CORPO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3F1F-4879-83A9-D57FF8C8F1E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3F1F-4879-83A9-D57FF8C8F1E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3F1F-4879-83A9-D57FF8C8F1E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3F1F-4879-83A9-D57FF8C8F1E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3F1F-4879-83A9-D57FF8C8F1E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3F1F-4879-83A9-D57FF8C8F1E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3F1F-4879-83A9-D57FF8C8F1E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3F1F-4879-83A9-D57FF8C8F1E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3F1F-4879-83A9-D57FF8C8F1E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3F1F-4879-83A9-D57FF8C8F1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3F1F-4879-83A9-D57FF8C8F1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3F1F-4879-83A9-D57FF8C8F1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3F1F-4879-83A9-D57FF8C8F1E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3F1F-4879-83A9-D57FF8C8F1E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3F1F-4879-83A9-D57FF8C8F1E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3F1F-4879-83A9-D57FF8C8F1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3F1F-4879-83A9-D57FF8C8F1E0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3F1F-4879-83A9-D57FF8C8F1E0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3F1F-4879-83A9-D57FF8C8F1E0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3F1F-4879-83A9-D57FF8C8F1E0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3F1F-4879-83A9-D57FF8C8F1E0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3F1F-4879-83A9-D57FF8C8F1E0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3F1F-4879-83A9-D57FF8C8F1E0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3F1F-4879-83A9-D57FF8C8F1E0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3F1F-4879-83A9-D57FF8C8F1E0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3F1F-4879-83A9-D57FF8C8F1E0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3F1F-4879-83A9-D57FF8C8F1E0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3F1F-4879-83A9-D57FF8C8F1E0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3F1F-4879-83A9-D57FF8C8F1E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3F1F-4879-83A9-D57FF8C8F1E0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3F1F-4879-83A9-D57FF8C8F1E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CORPO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CORPO region'!$D$2:$D$33</c:f>
              <c:numCache>
                <c:formatCode>General</c:formatCode>
                <c:ptCount val="32"/>
                <c:pt idx="25" formatCode="#,##0">
                  <c:v>518583</c:v>
                </c:pt>
                <c:pt idx="26" formatCode="#,##0">
                  <c:v>532618</c:v>
                </c:pt>
                <c:pt idx="27" formatCode="#,##0">
                  <c:v>540453</c:v>
                </c:pt>
                <c:pt idx="28" formatCode="#,##0">
                  <c:v>544948</c:v>
                </c:pt>
                <c:pt idx="29" formatCode="#,##0">
                  <c:v>548843</c:v>
                </c:pt>
                <c:pt idx="30" formatCode="#,##0">
                  <c:v>552883</c:v>
                </c:pt>
                <c:pt idx="31" formatCode="#,##0">
                  <c:v>556708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3F1F-4879-83A9-D57FF8C8F1E0}"/>
            </c:ext>
          </c:extLst>
        </c:ser>
        <c:ser>
          <c:idx val="2"/>
          <c:order val="2"/>
          <c:tx>
            <c:strRef>
              <c:f>'MORPC CORPO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3F1F-4879-83A9-D57FF8C8F1E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3F1F-4879-83A9-D57FF8C8F1E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3F1F-4879-83A9-D57FF8C8F1E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3F1F-4879-83A9-D57FF8C8F1E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3F1F-4879-83A9-D57FF8C8F1E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3F1F-4879-83A9-D57FF8C8F1E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3F1F-4879-83A9-D57FF8C8F1E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3F1F-4879-83A9-D57FF8C8F1E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3F1F-4879-83A9-D57FF8C8F1E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3F1F-4879-83A9-D57FF8C8F1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3F1F-4879-83A9-D57FF8C8F1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3F1F-4879-83A9-D57FF8C8F1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3F1F-4879-83A9-D57FF8C8F1E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3F1F-4879-83A9-D57FF8C8F1E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3F1F-4879-83A9-D57FF8C8F1E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3F1F-4879-83A9-D57FF8C8F1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3F1F-4879-83A9-D57FF8C8F1E0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3F1F-4879-83A9-D57FF8C8F1E0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3F1F-4879-83A9-D57FF8C8F1E0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3F1F-4879-83A9-D57FF8C8F1E0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3F1F-4879-83A9-D57FF8C8F1E0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3F1F-4879-83A9-D57FF8C8F1E0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3F1F-4879-83A9-D57FF8C8F1E0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3F1F-4879-83A9-D57FF8C8F1E0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3F1F-4879-83A9-D57FF8C8F1E0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3F1F-4879-83A9-D57FF8C8F1E0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3F1F-4879-83A9-D57FF8C8F1E0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3F1F-4879-83A9-D57FF8C8F1E0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3F1F-4879-83A9-D57FF8C8F1E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3F1F-4879-83A9-D57FF8C8F1E0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3F1F-4879-83A9-D57FF8C8F1E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CORPO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CORPO region'!$E$2:$E$33</c:f>
              <c:numCache>
                <c:formatCode>General</c:formatCode>
                <c:ptCount val="32"/>
                <c:pt idx="25" formatCode="#,##0">
                  <c:v>518583</c:v>
                </c:pt>
                <c:pt idx="26" formatCode="#,##0">
                  <c:v>544418</c:v>
                </c:pt>
                <c:pt idx="27" formatCode="#,##0">
                  <c:v>564248</c:v>
                </c:pt>
                <c:pt idx="28" formatCode="#,##0">
                  <c:v>581218</c:v>
                </c:pt>
                <c:pt idx="29" formatCode="#,##0">
                  <c:v>598268</c:v>
                </c:pt>
                <c:pt idx="30" formatCode="#,##0">
                  <c:v>615968</c:v>
                </c:pt>
                <c:pt idx="31" formatCode="#,##0">
                  <c:v>633708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3F1F-4879-83A9-D57FF8C8F1E0}"/>
            </c:ext>
          </c:extLst>
        </c:ser>
        <c:ser>
          <c:idx val="3"/>
          <c:order val="3"/>
          <c:tx>
            <c:strRef>
              <c:f>'MORPC CORPO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6607049118860141E-2"/>
                  <c:y val="5.67519206084640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3F1F-4879-83A9-D57FF8C8F1E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3F1F-4879-83A9-D57FF8C8F1E0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3F1F-4879-83A9-D57FF8C8F1E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3F1F-4879-83A9-D57FF8C8F1E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3F1F-4879-83A9-D57FF8C8F1E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3F1F-4879-83A9-D57FF8C8F1E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3F1F-4879-83A9-D57FF8C8F1E0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3F1F-4879-83A9-D57FF8C8F1E0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3F1F-4879-83A9-D57FF8C8F1E0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3F1F-4879-83A9-D57FF8C8F1E0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3F1F-4879-83A9-D57FF8C8F1E0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3F1F-4879-83A9-D57FF8C8F1E0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3F1F-4879-83A9-D57FF8C8F1E0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3F1F-4879-83A9-D57FF8C8F1E0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3F1F-4879-83A9-D57FF8C8F1E0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3F1F-4879-83A9-D57FF8C8F1E0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3F1F-4879-83A9-D57FF8C8F1E0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3F1F-4879-83A9-D57FF8C8F1E0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3F1F-4879-83A9-D57FF8C8F1E0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3F1F-4879-83A9-D57FF8C8F1E0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3F1F-4879-83A9-D57FF8C8F1E0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3F1F-4879-83A9-D57FF8C8F1E0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3F1F-4879-83A9-D57FF8C8F1E0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3F1F-4879-83A9-D57FF8C8F1E0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3F1F-4879-83A9-D57FF8C8F1E0}"/>
                </c:ext>
              </c:extLst>
            </c:dLbl>
            <c:dLbl>
              <c:idx val="25"/>
              <c:layout>
                <c:manualLayout>
                  <c:x val="-3.5297712785901762E-2"/>
                  <c:y val="7.13504607544494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3F1F-4879-83A9-D57FF8C8F1E0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3F1F-4879-83A9-D57FF8C8F1E0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3F1F-4879-83A9-D57FF8C8F1E0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3F1F-4879-83A9-D57FF8C8F1E0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3F1F-4879-83A9-D57FF8C8F1E0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3F1F-4879-83A9-D57FF8C8F1E0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3F1F-4879-83A9-D57FF8C8F1E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CORPO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CORPO region'!$B$2:$B$33</c:f>
              <c:numCache>
                <c:formatCode>#,##0</c:formatCode>
                <c:ptCount val="32"/>
                <c:pt idx="0">
                  <c:v>410413</c:v>
                </c:pt>
                <c:pt idx="1">
                  <c:v>415758</c:v>
                </c:pt>
                <c:pt idx="2">
                  <c:v>420709</c:v>
                </c:pt>
                <c:pt idx="3">
                  <c:v>427425</c:v>
                </c:pt>
                <c:pt idx="4">
                  <c:v>433634</c:v>
                </c:pt>
                <c:pt idx="5">
                  <c:v>439323</c:v>
                </c:pt>
                <c:pt idx="6">
                  <c:v>445653</c:v>
                </c:pt>
                <c:pt idx="7">
                  <c:v>451524</c:v>
                </c:pt>
                <c:pt idx="8">
                  <c:v>455489</c:v>
                </c:pt>
                <c:pt idx="9">
                  <c:v>457957</c:v>
                </c:pt>
                <c:pt idx="10">
                  <c:v>460429</c:v>
                </c:pt>
                <c:pt idx="11">
                  <c:v>462323</c:v>
                </c:pt>
                <c:pt idx="12">
                  <c:v>461731</c:v>
                </c:pt>
                <c:pt idx="13">
                  <c:v>464280</c:v>
                </c:pt>
                <c:pt idx="14">
                  <c:v>467555</c:v>
                </c:pt>
                <c:pt idx="15">
                  <c:v>469403</c:v>
                </c:pt>
                <c:pt idx="16">
                  <c:v>472008</c:v>
                </c:pt>
                <c:pt idx="17">
                  <c:v>476302</c:v>
                </c:pt>
                <c:pt idx="18">
                  <c:v>480586</c:v>
                </c:pt>
                <c:pt idx="19">
                  <c:v>484654</c:v>
                </c:pt>
                <c:pt idx="20">
                  <c:v>488228</c:v>
                </c:pt>
                <c:pt idx="21">
                  <c:v>492459</c:v>
                </c:pt>
                <c:pt idx="22">
                  <c:v>496419</c:v>
                </c:pt>
                <c:pt idx="23">
                  <c:v>504604</c:v>
                </c:pt>
                <c:pt idx="24">
                  <c:v>512133</c:v>
                </c:pt>
                <c:pt idx="25">
                  <c:v>518583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3F1F-4879-83A9-D57FF8C8F1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00001"/>
        <c:axId val="50200002"/>
      </c:scatterChart>
      <c:valAx>
        <c:axId val="5020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00002"/>
        <c:crosses val="autoZero"/>
        <c:crossBetween val="midCat"/>
        <c:majorUnit val="5"/>
      </c:valAx>
      <c:valAx>
        <c:axId val="5020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0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MORPC CEDS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'MORPC CEDS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BD-4FBB-96BD-1F0657F069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BD-4FBB-96BD-1F0657F069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BBD-4FBB-96BD-1F0657F069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BD-4FBB-96BD-1F0657F069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BBD-4FBB-96BD-1F0657F069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BD-4FBB-96BD-1F0657F069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BBD-4FBB-96BD-1F0657F069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BD-4FBB-96BD-1F0657F069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BBD-4FBB-96BD-1F0657F069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BD-4FBB-96BD-1F0657F069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BBD-4FBB-96BD-1F0657F06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BD-4FBB-96BD-1F0657F06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BBD-4FBB-96BD-1F0657F06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BD-4FBB-96BD-1F0657F069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BBD-4FBB-96BD-1F0657F069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BBD-4FBB-96BD-1F0657F069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BBD-4FBB-96BD-1F0657F069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BBD-4FBB-96BD-1F0657F069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BBD-4FBB-96BD-1F0657F069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BBD-4FBB-96BD-1F0657F069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BBD-4FBB-96BD-1F0657F069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BBD-4FBB-96BD-1F0657F069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BBD-4FBB-96BD-1F0657F069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BBD-4FBB-96BD-1F0657F069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BBD-4FBB-96BD-1F0657F069B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BBD-4FBB-96BD-1F0657F069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BBD-4FBB-96BD-1F0657F069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BBD-4FBB-96BD-1F0657F069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BBD-4FBB-96BD-1F0657F069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BBD-4FBB-96BD-1F0657F069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BBD-4FBB-96BD-1F0657F069B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CEDS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CEDS region'!$C$2:$C$33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2428462</c:v>
                </c:pt>
                <c:pt idx="27" formatCode="#,##0">
                  <c:v>2483657</c:v>
                </c:pt>
                <c:pt idx="28" formatCode="#,##0">
                  <c:v>2519857</c:v>
                </c:pt>
                <c:pt idx="29" formatCode="#,##0">
                  <c:v>2544492</c:v>
                </c:pt>
                <c:pt idx="30" formatCode="#,##0">
                  <c:v>2562362</c:v>
                </c:pt>
                <c:pt idx="31" formatCode="#,##0">
                  <c:v>2574677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BBBD-4FBB-96BD-1F0657F069BD}"/>
            </c:ext>
          </c:extLst>
        </c:ser>
        <c:ser>
          <c:idx val="1"/>
          <c:order val="1"/>
          <c:tx>
            <c:strRef>
              <c:f>'MORPC CEDS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BBD-4FBB-96BD-1F0657F069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BBD-4FBB-96BD-1F0657F069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BBBD-4FBB-96BD-1F0657F069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BBD-4FBB-96BD-1F0657F069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BBD-4FBB-96BD-1F0657F069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BBD-4FBB-96BD-1F0657F069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BBD-4FBB-96BD-1F0657F069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BBBD-4FBB-96BD-1F0657F069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BBBD-4FBB-96BD-1F0657F069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BBBD-4FBB-96BD-1F0657F069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BBBD-4FBB-96BD-1F0657F06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BBBD-4FBB-96BD-1F0657F06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BBBD-4FBB-96BD-1F0657F06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BBBD-4FBB-96BD-1F0657F069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BBBD-4FBB-96BD-1F0657F069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BBBD-4FBB-96BD-1F0657F069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BBBD-4FBB-96BD-1F0657F069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BBBD-4FBB-96BD-1F0657F069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BBBD-4FBB-96BD-1F0657F069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BBBD-4FBB-96BD-1F0657F069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BBBD-4FBB-96BD-1F0657F069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BBBD-4FBB-96BD-1F0657F069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BBBD-4FBB-96BD-1F0657F069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BBBD-4FBB-96BD-1F0657F069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BBBD-4FBB-96BD-1F0657F069B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BBBD-4FBB-96BD-1F0657F069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BBBD-4FBB-96BD-1F0657F069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BBBD-4FBB-96BD-1F0657F069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BBBD-4FBB-96BD-1F0657F069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BBBD-4FBB-96BD-1F0657F069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BBBD-4FBB-96BD-1F0657F069B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CEDS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CEDS region'!$D$2:$D$33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2455962</c:v>
                </c:pt>
                <c:pt idx="27" formatCode="#,##0">
                  <c:v>2539927</c:v>
                </c:pt>
                <c:pt idx="28" formatCode="#,##0">
                  <c:v>2606772</c:v>
                </c:pt>
                <c:pt idx="29" formatCode="#,##0">
                  <c:v>2662982</c:v>
                </c:pt>
                <c:pt idx="30" formatCode="#,##0">
                  <c:v>2712797</c:v>
                </c:pt>
                <c:pt idx="31" formatCode="#,##0">
                  <c:v>2757297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BBBD-4FBB-96BD-1F0657F069BD}"/>
            </c:ext>
          </c:extLst>
        </c:ser>
        <c:ser>
          <c:idx val="2"/>
          <c:order val="2"/>
          <c:tx>
            <c:strRef>
              <c:f>'MORPC CEDS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BBBD-4FBB-96BD-1F0657F069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BBBD-4FBB-96BD-1F0657F069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BBBD-4FBB-96BD-1F0657F069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BBBD-4FBB-96BD-1F0657F069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BBBD-4FBB-96BD-1F0657F069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BBBD-4FBB-96BD-1F0657F069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BBBD-4FBB-96BD-1F0657F069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BBBD-4FBB-96BD-1F0657F069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BBBD-4FBB-96BD-1F0657F069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BBBD-4FBB-96BD-1F0657F069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BBBD-4FBB-96BD-1F0657F06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BBBD-4FBB-96BD-1F0657F06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BBBD-4FBB-96BD-1F0657F06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BBBD-4FBB-96BD-1F0657F069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BBBD-4FBB-96BD-1F0657F069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BBBD-4FBB-96BD-1F0657F069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BBBD-4FBB-96BD-1F0657F069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BBBD-4FBB-96BD-1F0657F069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BBBD-4FBB-96BD-1F0657F069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BBBD-4FBB-96BD-1F0657F069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BBBD-4FBB-96BD-1F0657F069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BBBD-4FBB-96BD-1F0657F069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BBBD-4FBB-96BD-1F0657F069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BBBD-4FBB-96BD-1F0657F069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BBBD-4FBB-96BD-1F0657F069BD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BBBD-4FBB-96BD-1F0657F069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BBBD-4FBB-96BD-1F0657F069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BBBD-4FBB-96BD-1F0657F069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BBBD-4FBB-96BD-1F0657F069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BBBD-4FBB-96BD-1F0657F069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BBBD-4FBB-96BD-1F0657F069B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CEDS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CEDS region'!$E$2:$E$33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2488562</c:v>
                </c:pt>
                <c:pt idx="27" formatCode="#,##0">
                  <c:v>2606627</c:v>
                </c:pt>
                <c:pt idx="28" formatCode="#,##0">
                  <c:v>2709432</c:v>
                </c:pt>
                <c:pt idx="29" formatCode="#,##0">
                  <c:v>2802932</c:v>
                </c:pt>
                <c:pt idx="30" formatCode="#,##0">
                  <c:v>2890792</c:v>
                </c:pt>
                <c:pt idx="31" formatCode="#,##0">
                  <c:v>2973802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BBBD-4FBB-96BD-1F0657F069BD}"/>
            </c:ext>
          </c:extLst>
        </c:ser>
        <c:ser>
          <c:idx val="3"/>
          <c:order val="3"/>
          <c:tx>
            <c:strRef>
              <c:f>'MORPC CEDS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2.2579302587176574E-2"/>
                  <c:y val="8.108282085177309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BBBD-4FBB-96BD-1F0657F069BD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BBBD-4FBB-96BD-1F0657F069BD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BBBD-4FBB-96BD-1F0657F069B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BBBD-4FBB-96BD-1F0657F069B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BBBD-4FBB-96BD-1F0657F069B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BBBD-4FBB-96BD-1F0657F069BD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BBBD-4FBB-96BD-1F0657F069BD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BBBD-4FBB-96BD-1F0657F069BD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BBBD-4FBB-96BD-1F0657F069BD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BBBD-4FBB-96BD-1F0657F069BD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BBBD-4FBB-96BD-1F0657F069BD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BBBD-4FBB-96BD-1F0657F069BD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BBBD-4FBB-96BD-1F0657F069BD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BBBD-4FBB-96BD-1F0657F069BD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BBBD-4FBB-96BD-1F0657F069BD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BBBD-4FBB-96BD-1F0657F069BD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BBBD-4FBB-96BD-1F0657F069BD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BBBD-4FBB-96BD-1F0657F069BD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BBBD-4FBB-96BD-1F0657F069BD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BBBD-4FBB-96BD-1F0657F069BD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BBBD-4FBB-96BD-1F0657F069BD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BBBD-4FBB-96BD-1F0657F069BD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BBBD-4FBB-96BD-1F0657F069BD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BBBD-4FBB-96BD-1F0657F069BD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BBBD-4FBB-96BD-1F0657F069BD}"/>
                </c:ext>
              </c:extLst>
            </c:dLbl>
            <c:dLbl>
              <c:idx val="25"/>
              <c:layout>
                <c:manualLayout>
                  <c:x val="-4.5674665666791708E-2"/>
                  <c:y val="9.5681360997758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BBBD-4FBB-96BD-1F0657F069BD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BBBD-4FBB-96BD-1F0657F069BD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BBBD-4FBB-96BD-1F0657F069BD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BBBD-4FBB-96BD-1F0657F069BD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BBBD-4FBB-96BD-1F0657F069BD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BBBD-4FBB-96BD-1F0657F069BD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BBBD-4FBB-96BD-1F0657F069B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'MORPC CEDS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'MORPC CEDS region'!$B$2:$B$33</c:f>
              <c:numCache>
                <c:formatCode>#,##0</c:formatCode>
                <c:ptCount val="32"/>
                <c:pt idx="0">
                  <c:v>1786442</c:v>
                </c:pt>
                <c:pt idx="1">
                  <c:v>1811433</c:v>
                </c:pt>
                <c:pt idx="2">
                  <c:v>1831724</c:v>
                </c:pt>
                <c:pt idx="3">
                  <c:v>1855356</c:v>
                </c:pt>
                <c:pt idx="4">
                  <c:v>1876096</c:v>
                </c:pt>
                <c:pt idx="5">
                  <c:v>1897989</c:v>
                </c:pt>
                <c:pt idx="6">
                  <c:v>1923906</c:v>
                </c:pt>
                <c:pt idx="7">
                  <c:v>1949023</c:v>
                </c:pt>
                <c:pt idx="8">
                  <c:v>1973355</c:v>
                </c:pt>
                <c:pt idx="9">
                  <c:v>1995379</c:v>
                </c:pt>
                <c:pt idx="10">
                  <c:v>2014295</c:v>
                </c:pt>
                <c:pt idx="11">
                  <c:v>2034975</c:v>
                </c:pt>
                <c:pt idx="12">
                  <c:v>2055867</c:v>
                </c:pt>
                <c:pt idx="13">
                  <c:v>2083804</c:v>
                </c:pt>
                <c:pt idx="14">
                  <c:v>2112072</c:v>
                </c:pt>
                <c:pt idx="15">
                  <c:v>2138287</c:v>
                </c:pt>
                <c:pt idx="16">
                  <c:v>2163631</c:v>
                </c:pt>
                <c:pt idx="17">
                  <c:v>2194762</c:v>
                </c:pt>
                <c:pt idx="18">
                  <c:v>2217827</c:v>
                </c:pt>
                <c:pt idx="19">
                  <c:v>2238409</c:v>
                </c:pt>
                <c:pt idx="20">
                  <c:v>2252790</c:v>
                </c:pt>
                <c:pt idx="21">
                  <c:v>2257137</c:v>
                </c:pt>
                <c:pt idx="22">
                  <c:v>2277389</c:v>
                </c:pt>
                <c:pt idx="23">
                  <c:v>2303039</c:v>
                </c:pt>
                <c:pt idx="24">
                  <c:v>2332064</c:v>
                </c:pt>
                <c:pt idx="25">
                  <c:v>2354017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BBBD-4FBB-96BD-1F0657F069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10001"/>
        <c:axId val="50210002"/>
      </c:scatterChart>
      <c:valAx>
        <c:axId val="5021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10002"/>
        <c:crosses val="autoZero"/>
        <c:crossBetween val="midCat"/>
        <c:majorUnit val="5"/>
      </c:valAx>
      <c:valAx>
        <c:axId val="5021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1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kern="1200" baseline="0" dirty="0">
                <a:solidFill>
                  <a:prstClr val="black"/>
                </a:solidFill>
              </a:rPr>
              <a:t>Projected</a:t>
            </a:r>
            <a:r>
              <a:rPr lang="en-US" dirty="0"/>
              <a:t> Population - </a:t>
            </a:r>
            <a:r>
              <a:rPr lang="en-US" dirty="0" err="1"/>
              <a:t>OneColumbus</a:t>
            </a:r>
            <a:r>
              <a:rPr lang="en-US" dirty="0"/>
              <a:t>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'OneColumbus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B24-43AC-BBD6-A8D37C2ADA2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24-43AC-BBD6-A8D37C2ADA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B24-43AC-BBD6-A8D37C2ADA2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24-43AC-BBD6-A8D37C2ADA2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B24-43AC-BBD6-A8D37C2ADA2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24-43AC-BBD6-A8D37C2ADA2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B24-43AC-BBD6-A8D37C2ADA2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B24-43AC-BBD6-A8D37C2ADA2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B24-43AC-BBD6-A8D37C2ADA2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B24-43AC-BBD6-A8D37C2ADA2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B24-43AC-BBD6-A8D37C2ADA2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B24-43AC-BBD6-A8D37C2ADA2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B24-43AC-BBD6-A8D37C2ADA2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B24-43AC-BBD6-A8D37C2ADA2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B24-43AC-BBD6-A8D37C2ADA2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B24-43AC-BBD6-A8D37C2ADA2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B24-43AC-BBD6-A8D37C2ADA2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B24-43AC-BBD6-A8D37C2ADA2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B24-43AC-BBD6-A8D37C2ADA2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B24-43AC-BBD6-A8D37C2ADA2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B24-43AC-BBD6-A8D37C2ADA2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B24-43AC-BBD6-A8D37C2ADA2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B24-43AC-BBD6-A8D37C2ADA2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B24-43AC-BBD6-A8D37C2ADA2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B24-43AC-BBD6-A8D37C2ADA2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B24-43AC-BBD6-A8D37C2ADA2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B24-43AC-BBD6-A8D37C2ADA2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B24-43AC-BBD6-A8D37C2ADA2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B24-43AC-BBD6-A8D37C2ADA2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CB24-43AC-BBD6-A8D37C2ADA2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CB24-43AC-BBD6-A8D37C2ADA2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'OneColumbus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'OneColumbus region'!$C$2:$C$33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2428462</c:v>
                </c:pt>
                <c:pt idx="27" formatCode="#,##0">
                  <c:v>2483657</c:v>
                </c:pt>
                <c:pt idx="28" formatCode="#,##0">
                  <c:v>2519857</c:v>
                </c:pt>
                <c:pt idx="29" formatCode="#,##0">
                  <c:v>2544492</c:v>
                </c:pt>
                <c:pt idx="30" formatCode="#,##0">
                  <c:v>2562362</c:v>
                </c:pt>
                <c:pt idx="31" formatCode="#,##0">
                  <c:v>2574677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CB24-43AC-BBD6-A8D37C2ADA21}"/>
            </c:ext>
          </c:extLst>
        </c:ser>
        <c:ser>
          <c:idx val="1"/>
          <c:order val="1"/>
          <c:tx>
            <c:strRef>
              <c:f>'OneColumbus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CB24-43AC-BBD6-A8D37C2ADA2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B24-43AC-BBD6-A8D37C2ADA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CB24-43AC-BBD6-A8D37C2ADA2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B24-43AC-BBD6-A8D37C2ADA2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CB24-43AC-BBD6-A8D37C2ADA2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B24-43AC-BBD6-A8D37C2ADA2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CB24-43AC-BBD6-A8D37C2ADA2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CB24-43AC-BBD6-A8D37C2ADA2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CB24-43AC-BBD6-A8D37C2ADA2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CB24-43AC-BBD6-A8D37C2ADA2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CB24-43AC-BBD6-A8D37C2ADA2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CB24-43AC-BBD6-A8D37C2ADA2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CB24-43AC-BBD6-A8D37C2ADA2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CB24-43AC-BBD6-A8D37C2ADA2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CB24-43AC-BBD6-A8D37C2ADA2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CB24-43AC-BBD6-A8D37C2ADA2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CB24-43AC-BBD6-A8D37C2ADA2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CB24-43AC-BBD6-A8D37C2ADA2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CB24-43AC-BBD6-A8D37C2ADA2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CB24-43AC-BBD6-A8D37C2ADA2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CB24-43AC-BBD6-A8D37C2ADA2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CB24-43AC-BBD6-A8D37C2ADA2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CB24-43AC-BBD6-A8D37C2ADA2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CB24-43AC-BBD6-A8D37C2ADA2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CB24-43AC-BBD6-A8D37C2ADA2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CB24-43AC-BBD6-A8D37C2ADA2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CB24-43AC-BBD6-A8D37C2ADA2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CB24-43AC-BBD6-A8D37C2ADA2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CB24-43AC-BBD6-A8D37C2ADA2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CB24-43AC-BBD6-A8D37C2ADA2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CB24-43AC-BBD6-A8D37C2ADA2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'OneColumbus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'OneColumbus region'!$D$2:$D$33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2455962</c:v>
                </c:pt>
                <c:pt idx="27" formatCode="#,##0">
                  <c:v>2539927</c:v>
                </c:pt>
                <c:pt idx="28" formatCode="#,##0">
                  <c:v>2606772</c:v>
                </c:pt>
                <c:pt idx="29" formatCode="#,##0">
                  <c:v>2662982</c:v>
                </c:pt>
                <c:pt idx="30" formatCode="#,##0">
                  <c:v>2712797</c:v>
                </c:pt>
                <c:pt idx="31" formatCode="#,##0">
                  <c:v>2757297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CB24-43AC-BBD6-A8D37C2ADA21}"/>
            </c:ext>
          </c:extLst>
        </c:ser>
        <c:ser>
          <c:idx val="2"/>
          <c:order val="2"/>
          <c:tx>
            <c:strRef>
              <c:f>'OneColumbus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CB24-43AC-BBD6-A8D37C2ADA2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CB24-43AC-BBD6-A8D37C2ADA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CB24-43AC-BBD6-A8D37C2ADA2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CB24-43AC-BBD6-A8D37C2ADA2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CB24-43AC-BBD6-A8D37C2ADA2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CB24-43AC-BBD6-A8D37C2ADA2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CB24-43AC-BBD6-A8D37C2ADA2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CB24-43AC-BBD6-A8D37C2ADA2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CB24-43AC-BBD6-A8D37C2ADA2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CB24-43AC-BBD6-A8D37C2ADA2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CB24-43AC-BBD6-A8D37C2ADA2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CB24-43AC-BBD6-A8D37C2ADA2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CB24-43AC-BBD6-A8D37C2ADA2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CB24-43AC-BBD6-A8D37C2ADA2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CB24-43AC-BBD6-A8D37C2ADA2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CB24-43AC-BBD6-A8D37C2ADA2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CB24-43AC-BBD6-A8D37C2ADA2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CB24-43AC-BBD6-A8D37C2ADA2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CB24-43AC-BBD6-A8D37C2ADA2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CB24-43AC-BBD6-A8D37C2ADA2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CB24-43AC-BBD6-A8D37C2ADA2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CB24-43AC-BBD6-A8D37C2ADA2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CB24-43AC-BBD6-A8D37C2ADA2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CB24-43AC-BBD6-A8D37C2ADA2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CB24-43AC-BBD6-A8D37C2ADA21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CB24-43AC-BBD6-A8D37C2ADA2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CB24-43AC-BBD6-A8D37C2ADA2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CB24-43AC-BBD6-A8D37C2ADA2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CB24-43AC-BBD6-A8D37C2ADA2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CB24-43AC-BBD6-A8D37C2ADA2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CB24-43AC-BBD6-A8D37C2ADA2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'OneColumbus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'OneColumbus region'!$E$2:$E$33</c:f>
              <c:numCache>
                <c:formatCode>General</c:formatCode>
                <c:ptCount val="32"/>
                <c:pt idx="25" formatCode="#,##0">
                  <c:v>2354017</c:v>
                </c:pt>
                <c:pt idx="26" formatCode="#,##0">
                  <c:v>2488562</c:v>
                </c:pt>
                <c:pt idx="27" formatCode="#,##0">
                  <c:v>2606627</c:v>
                </c:pt>
                <c:pt idx="28" formatCode="#,##0">
                  <c:v>2709432</c:v>
                </c:pt>
                <c:pt idx="29" formatCode="#,##0">
                  <c:v>2802932</c:v>
                </c:pt>
                <c:pt idx="30" formatCode="#,##0">
                  <c:v>2890792</c:v>
                </c:pt>
                <c:pt idx="31" formatCode="#,##0">
                  <c:v>2973802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CB24-43AC-BBD6-A8D37C2ADA21}"/>
            </c:ext>
          </c:extLst>
        </c:ser>
        <c:ser>
          <c:idx val="3"/>
          <c:order val="3"/>
          <c:tx>
            <c:strRef>
              <c:f>'OneColumbus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6230096237970226E-2"/>
                  <c:y val="8.594900090043489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CB24-43AC-BBD6-A8D37C2ADA21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CB24-43AC-BBD6-A8D37C2ADA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CB24-43AC-BBD6-A8D37C2ADA2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CB24-43AC-BBD6-A8D37C2ADA21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CB24-43AC-BBD6-A8D37C2ADA21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CB24-43AC-BBD6-A8D37C2ADA2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CB24-43AC-BBD6-A8D37C2ADA2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CB24-43AC-BBD6-A8D37C2ADA21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CB24-43AC-BBD6-A8D37C2ADA2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CB24-43AC-BBD6-A8D37C2ADA21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CB24-43AC-BBD6-A8D37C2ADA21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CB24-43AC-BBD6-A8D37C2ADA21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CB24-43AC-BBD6-A8D37C2ADA21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CB24-43AC-BBD6-A8D37C2ADA21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CB24-43AC-BBD6-A8D37C2ADA21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CB24-43AC-BBD6-A8D37C2ADA21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CB24-43AC-BBD6-A8D37C2ADA21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CB24-43AC-BBD6-A8D37C2ADA21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CB24-43AC-BBD6-A8D37C2ADA21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CB24-43AC-BBD6-A8D37C2ADA21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CB24-43AC-BBD6-A8D37C2ADA21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CB24-43AC-BBD6-A8D37C2ADA21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CB24-43AC-BBD6-A8D37C2ADA21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CB24-43AC-BBD6-A8D37C2ADA21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CB24-43AC-BBD6-A8D37C2ADA21}"/>
                </c:ext>
              </c:extLst>
            </c:dLbl>
            <c:dLbl>
              <c:idx val="25"/>
              <c:layout>
                <c:manualLayout>
                  <c:x val="-4.7261967254093241E-2"/>
                  <c:y val="9.08151809490966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CB24-43AC-BBD6-A8D37C2ADA21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CB24-43AC-BBD6-A8D37C2ADA21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CB24-43AC-BBD6-A8D37C2ADA21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CB24-43AC-BBD6-A8D37C2ADA21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CB24-43AC-BBD6-A8D37C2ADA21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CB24-43AC-BBD6-A8D37C2ADA21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CB24-43AC-BBD6-A8D37C2ADA2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'OneColumbus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'OneColumbus region'!$B$2:$B$33</c:f>
              <c:numCache>
                <c:formatCode>#,##0</c:formatCode>
                <c:ptCount val="32"/>
                <c:pt idx="0">
                  <c:v>1786442</c:v>
                </c:pt>
                <c:pt idx="1">
                  <c:v>1811433</c:v>
                </c:pt>
                <c:pt idx="2">
                  <c:v>1831724</c:v>
                </c:pt>
                <c:pt idx="3">
                  <c:v>1855356</c:v>
                </c:pt>
                <c:pt idx="4">
                  <c:v>1876096</c:v>
                </c:pt>
                <c:pt idx="5">
                  <c:v>1897989</c:v>
                </c:pt>
                <c:pt idx="6">
                  <c:v>1923906</c:v>
                </c:pt>
                <c:pt idx="7">
                  <c:v>1949023</c:v>
                </c:pt>
                <c:pt idx="8">
                  <c:v>1973355</c:v>
                </c:pt>
                <c:pt idx="9">
                  <c:v>1995379</c:v>
                </c:pt>
                <c:pt idx="10">
                  <c:v>2014295</c:v>
                </c:pt>
                <c:pt idx="11">
                  <c:v>2034975</c:v>
                </c:pt>
                <c:pt idx="12">
                  <c:v>2055867</c:v>
                </c:pt>
                <c:pt idx="13">
                  <c:v>2083804</c:v>
                </c:pt>
                <c:pt idx="14">
                  <c:v>2112072</c:v>
                </c:pt>
                <c:pt idx="15">
                  <c:v>2138287</c:v>
                </c:pt>
                <c:pt idx="16">
                  <c:v>2163631</c:v>
                </c:pt>
                <c:pt idx="17">
                  <c:v>2194762</c:v>
                </c:pt>
                <c:pt idx="18">
                  <c:v>2217827</c:v>
                </c:pt>
                <c:pt idx="19">
                  <c:v>2238409</c:v>
                </c:pt>
                <c:pt idx="20">
                  <c:v>2252790</c:v>
                </c:pt>
                <c:pt idx="21">
                  <c:v>2257137</c:v>
                </c:pt>
                <c:pt idx="22">
                  <c:v>2277389</c:v>
                </c:pt>
                <c:pt idx="23">
                  <c:v>2303039</c:v>
                </c:pt>
                <c:pt idx="24">
                  <c:v>2332064</c:v>
                </c:pt>
                <c:pt idx="25">
                  <c:v>2354017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CB24-43AC-BBD6-A8D37C2AD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20001"/>
        <c:axId val="50220002"/>
      </c:scatterChart>
      <c:valAx>
        <c:axId val="5022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20002"/>
        <c:crosses val="autoZero"/>
        <c:crossBetween val="midCat"/>
        <c:majorUnit val="5"/>
      </c:valAx>
      <c:valAx>
        <c:axId val="5022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2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 dirty="0"/>
              <a:t>Historical and </a:t>
            </a:r>
            <a:r>
              <a:rPr lang="en-US" sz="1800" b="1" i="0" u="none" strike="noStrike" baseline="0" dirty="0">
                <a:effectLst/>
              </a:rPr>
              <a:t>Projected</a:t>
            </a:r>
            <a:r>
              <a:rPr lang="en-US" dirty="0"/>
              <a:t> Population - Franklin-Delaware County Region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3"/>
          <c:y val="0.12"/>
          <c:w val="0.75"/>
          <c:h val="0.65"/>
        </c:manualLayout>
      </c:layout>
      <c:scatterChart>
        <c:scatterStyle val="lineMarker"/>
        <c:varyColors val="0"/>
        <c:ser>
          <c:idx val="0"/>
          <c:order val="0"/>
          <c:tx>
            <c:strRef>
              <c:f>'Franklin-Delaware county region'!$C$1</c:f>
              <c:strCache>
                <c:ptCount val="1"/>
                <c:pt idx="0">
                  <c:v>25th percentile migration</c:v>
                </c:pt>
              </c:strCache>
            </c:strRef>
          </c:tx>
          <c:spPr>
            <a:ln w="25400">
              <a:solidFill>
                <a:srgbClr val="597C3E"/>
              </a:solidFill>
            </a:ln>
          </c:spPr>
          <c:marker>
            <c:symbol val="square"/>
            <c:size val="5"/>
            <c:spPr>
              <a:solidFill>
                <a:srgbClr val="597C3E"/>
              </a:solidFill>
              <a:ln>
                <a:solidFill>
                  <a:srgbClr val="597C3E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E2B-48A6-B8CF-A8FDA5E8A7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2B-48A6-B8CF-A8FDA5E8A7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E2B-48A6-B8CF-A8FDA5E8A7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2B-48A6-B8CF-A8FDA5E8A7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E2B-48A6-B8CF-A8FDA5E8A7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E2B-48A6-B8CF-A8FDA5E8A7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E2B-48A6-B8CF-A8FDA5E8A7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2B-48A6-B8CF-A8FDA5E8A7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E2B-48A6-B8CF-A8FDA5E8A7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E2B-48A6-B8CF-A8FDA5E8A7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E2B-48A6-B8CF-A8FDA5E8A7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E2B-48A6-B8CF-A8FDA5E8A7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E2B-48A6-B8CF-A8FDA5E8A7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E2B-48A6-B8CF-A8FDA5E8A7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E2B-48A6-B8CF-A8FDA5E8A7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E2B-48A6-B8CF-A8FDA5E8A7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E2B-48A6-B8CF-A8FDA5E8A7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E2B-48A6-B8CF-A8FDA5E8A7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E2B-48A6-B8CF-A8FDA5E8A7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E2B-48A6-B8CF-A8FDA5E8A7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E2B-48A6-B8CF-A8FDA5E8A7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E2B-48A6-B8CF-A8FDA5E8A7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7E2B-48A6-B8CF-A8FDA5E8A7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E2B-48A6-B8CF-A8FDA5E8A7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7E2B-48A6-B8CF-A8FDA5E8A7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7E2B-48A6-B8CF-A8FDA5E8A7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7E2B-48A6-B8CF-A8FDA5E8A7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7E2B-48A6-B8CF-A8FDA5E8A7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7E2B-48A6-B8CF-A8FDA5E8A7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7E2B-48A6-B8CF-A8FDA5E8A7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7E2B-48A6-B8CF-A8FDA5E8A7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'Franklin-Delaware 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'Franklin-Delaware county region'!$C$2:$C$33</c:f>
              <c:numCache>
                <c:formatCode>General</c:formatCode>
                <c:ptCount val="32"/>
                <c:pt idx="25" formatCode="#,##0">
                  <c:v>1603568</c:v>
                </c:pt>
                <c:pt idx="26" formatCode="#,##0">
                  <c:v>1671538</c:v>
                </c:pt>
                <c:pt idx="27" formatCode="#,##0">
                  <c:v>1729493</c:v>
                </c:pt>
                <c:pt idx="28" formatCode="#,##0">
                  <c:v>1774208</c:v>
                </c:pt>
                <c:pt idx="29" formatCode="#,##0">
                  <c:v>1808978</c:v>
                </c:pt>
                <c:pt idx="30" formatCode="#,##0">
                  <c:v>1837563</c:v>
                </c:pt>
                <c:pt idx="31" formatCode="#,##0">
                  <c:v>1861343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7E2B-48A6-B8CF-A8FDA5E8A73B}"/>
            </c:ext>
          </c:extLst>
        </c:ser>
        <c:ser>
          <c:idx val="1"/>
          <c:order val="1"/>
          <c:tx>
            <c:strRef>
              <c:f>'Franklin-Delaware county region'!$D$1</c:f>
              <c:strCache>
                <c:ptCount val="1"/>
                <c:pt idx="0">
                  <c:v>50th percentile migration</c:v>
                </c:pt>
              </c:strCache>
            </c:strRef>
          </c:tx>
          <c:spPr>
            <a:ln w="25400">
              <a:solidFill>
                <a:srgbClr val="3D9BB1"/>
              </a:solidFill>
            </a:ln>
          </c:spPr>
          <c:marker>
            <c:symbol val="triangle"/>
            <c:size val="5"/>
            <c:spPr>
              <a:solidFill>
                <a:srgbClr val="3D9BB1"/>
              </a:solidFill>
              <a:ln>
                <a:solidFill>
                  <a:srgbClr val="3D9BB1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7E2B-48A6-B8CF-A8FDA5E8A7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7E2B-48A6-B8CF-A8FDA5E8A7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7E2B-48A6-B8CF-A8FDA5E8A7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7E2B-48A6-B8CF-A8FDA5E8A7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7E2B-48A6-B8CF-A8FDA5E8A7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7E2B-48A6-B8CF-A8FDA5E8A7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7E2B-48A6-B8CF-A8FDA5E8A7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7E2B-48A6-B8CF-A8FDA5E8A7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7E2B-48A6-B8CF-A8FDA5E8A7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7E2B-48A6-B8CF-A8FDA5E8A7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7E2B-48A6-B8CF-A8FDA5E8A7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7E2B-48A6-B8CF-A8FDA5E8A7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7E2B-48A6-B8CF-A8FDA5E8A7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7E2B-48A6-B8CF-A8FDA5E8A7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7E2B-48A6-B8CF-A8FDA5E8A7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7E2B-48A6-B8CF-A8FDA5E8A7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7E2B-48A6-B8CF-A8FDA5E8A7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7E2B-48A6-B8CF-A8FDA5E8A7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7E2B-48A6-B8CF-A8FDA5E8A7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7E2B-48A6-B8CF-A8FDA5E8A7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4-7E2B-48A6-B8CF-A8FDA5E8A7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5-7E2B-48A6-B8CF-A8FDA5E8A7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6-7E2B-48A6-B8CF-A8FDA5E8A7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7-7E2B-48A6-B8CF-A8FDA5E8A7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8-7E2B-48A6-B8CF-A8FDA5E8A7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9-7E2B-48A6-B8CF-A8FDA5E8A7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A-7E2B-48A6-B8CF-A8FDA5E8A7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B-7E2B-48A6-B8CF-A8FDA5E8A7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C-7E2B-48A6-B8CF-A8FDA5E8A7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D-7E2B-48A6-B8CF-A8FDA5E8A7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E-7E2B-48A6-B8CF-A8FDA5E8A7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'Franklin-Delaware 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'Franklin-Delaware county region'!$D$2:$D$33</c:f>
              <c:numCache>
                <c:formatCode>General</c:formatCode>
                <c:ptCount val="32"/>
                <c:pt idx="25" formatCode="#,##0">
                  <c:v>1603568</c:v>
                </c:pt>
                <c:pt idx="26" formatCode="#,##0">
                  <c:v>1686723</c:v>
                </c:pt>
                <c:pt idx="27" formatCode="#,##0">
                  <c:v>1761063</c:v>
                </c:pt>
                <c:pt idx="28" formatCode="#,##0">
                  <c:v>1823353</c:v>
                </c:pt>
                <c:pt idx="29" formatCode="#,##0">
                  <c:v>1876178</c:v>
                </c:pt>
                <c:pt idx="30" formatCode="#,##0">
                  <c:v>1922853</c:v>
                </c:pt>
                <c:pt idx="31" formatCode="#,##0">
                  <c:v>1964748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F-7E2B-48A6-B8CF-A8FDA5E8A73B}"/>
            </c:ext>
          </c:extLst>
        </c:ser>
        <c:ser>
          <c:idx val="2"/>
          <c:order val="2"/>
          <c:tx>
            <c:strRef>
              <c:f>'Franklin-Delaware county region'!$E$1</c:f>
              <c:strCache>
                <c:ptCount val="1"/>
                <c:pt idx="0">
                  <c:v>75th percentile migration</c:v>
                </c:pt>
              </c:strCache>
            </c:strRef>
          </c:tx>
          <c:spPr>
            <a:ln w="25400">
              <a:solidFill>
                <a:srgbClr val="D95F27"/>
              </a:solidFill>
            </a:ln>
          </c:spPr>
          <c:marker>
            <c:symbol val="diamond"/>
            <c:size val="5"/>
            <c:spPr>
              <a:solidFill>
                <a:srgbClr val="D95F27"/>
              </a:solidFill>
              <a:ln>
                <a:solidFill>
                  <a:srgbClr val="D95F27"/>
                </a:solidFill>
              </a:ln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0-7E2B-48A6-B8CF-A8FDA5E8A7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1-7E2B-48A6-B8CF-A8FDA5E8A7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2-7E2B-48A6-B8CF-A8FDA5E8A7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3-7E2B-48A6-B8CF-A8FDA5E8A7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4-7E2B-48A6-B8CF-A8FDA5E8A7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5-7E2B-48A6-B8CF-A8FDA5E8A7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6-7E2B-48A6-B8CF-A8FDA5E8A7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7-7E2B-48A6-B8CF-A8FDA5E8A7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8-7E2B-48A6-B8CF-A8FDA5E8A7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9-7E2B-48A6-B8CF-A8FDA5E8A7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A-7E2B-48A6-B8CF-A8FDA5E8A7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B-7E2B-48A6-B8CF-A8FDA5E8A7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C-7E2B-48A6-B8CF-A8FDA5E8A7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D-7E2B-48A6-B8CF-A8FDA5E8A7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E-7E2B-48A6-B8CF-A8FDA5E8A7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4F-7E2B-48A6-B8CF-A8FDA5E8A7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0-7E2B-48A6-B8CF-A8FDA5E8A7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1-7E2B-48A6-B8CF-A8FDA5E8A7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2-7E2B-48A6-B8CF-A8FDA5E8A7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3-7E2B-48A6-B8CF-A8FDA5E8A7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4-7E2B-48A6-B8CF-A8FDA5E8A7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5-7E2B-48A6-B8CF-A8FDA5E8A7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6-7E2B-48A6-B8CF-A8FDA5E8A7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7-7E2B-48A6-B8CF-A8FDA5E8A7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8-7E2B-48A6-B8CF-A8FDA5E8A73B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9-7E2B-48A6-B8CF-A8FDA5E8A7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A-7E2B-48A6-B8CF-A8FDA5E8A7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B-7E2B-48A6-B8CF-A8FDA5E8A7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C-7E2B-48A6-B8CF-A8FDA5E8A7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D-7E2B-48A6-B8CF-A8FDA5E8A7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5E-7E2B-48A6-B8CF-A8FDA5E8A7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'Franklin-Delaware 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'Franklin-Delaware county region'!$E$2:$E$33</c:f>
              <c:numCache>
                <c:formatCode>General</c:formatCode>
                <c:ptCount val="32"/>
                <c:pt idx="25" formatCode="#,##0">
                  <c:v>1603568</c:v>
                </c:pt>
                <c:pt idx="26" formatCode="#,##0">
                  <c:v>1706138</c:v>
                </c:pt>
                <c:pt idx="27" formatCode="#,##0">
                  <c:v>1801228</c:v>
                </c:pt>
                <c:pt idx="28" formatCode="#,##0">
                  <c:v>1885583</c:v>
                </c:pt>
                <c:pt idx="29" formatCode="#,##0">
                  <c:v>1961073</c:v>
                </c:pt>
                <c:pt idx="30" formatCode="#,##0">
                  <c:v>2030658</c:v>
                </c:pt>
                <c:pt idx="31" formatCode="#,##0">
                  <c:v>2095623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5F-7E2B-48A6-B8CF-A8FDA5E8A73B}"/>
            </c:ext>
          </c:extLst>
        </c:ser>
        <c:ser>
          <c:idx val="3"/>
          <c:order val="3"/>
          <c:tx>
            <c:strRef>
              <c:f>'Franklin-Delaware county region'!$B$1</c:f>
              <c:strCache>
                <c:ptCount val="1"/>
                <c:pt idx="0">
                  <c:v>Historical</c:v>
                </c:pt>
              </c:strCache>
            </c:strRef>
          </c:tx>
          <c:spPr>
            <a:ln w="25400">
              <a:solidFill>
                <a:srgbClr val="193764"/>
              </a:solidFill>
            </a:ln>
          </c:spPr>
          <c:marker>
            <c:symbol val="circle"/>
            <c:size val="5"/>
            <c:spPr>
              <a:solidFill>
                <a:srgbClr val="193764"/>
              </a:solidFill>
              <a:ln>
                <a:solidFill>
                  <a:srgbClr val="193764"/>
                </a:solidFill>
              </a:ln>
            </c:spPr>
          </c:marker>
          <c:dLbls>
            <c:dLbl>
              <c:idx val="0"/>
              <c:layout>
                <c:manualLayout>
                  <c:x val="1.9404699412573428E-2"/>
                  <c:y val="7.864973082744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0-7E2B-48A6-B8CF-A8FDA5E8A73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1-7E2B-48A6-B8CF-A8FDA5E8A73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2-7E2B-48A6-B8CF-A8FDA5E8A73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3-7E2B-48A6-B8CF-A8FDA5E8A73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4-7E2B-48A6-B8CF-A8FDA5E8A73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5-7E2B-48A6-B8CF-A8FDA5E8A73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6-7E2B-48A6-B8CF-A8FDA5E8A73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7-7E2B-48A6-B8CF-A8FDA5E8A73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8-7E2B-48A6-B8CF-A8FDA5E8A73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9-7E2B-48A6-B8CF-A8FDA5E8A73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A-7E2B-48A6-B8CF-A8FDA5E8A73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B-7E2B-48A6-B8CF-A8FDA5E8A73B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C-7E2B-48A6-B8CF-A8FDA5E8A73B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D-7E2B-48A6-B8CF-A8FDA5E8A73B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E-7E2B-48A6-B8CF-A8FDA5E8A73B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6F-7E2B-48A6-B8CF-A8FDA5E8A73B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0-7E2B-48A6-B8CF-A8FDA5E8A73B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1-7E2B-48A6-B8CF-A8FDA5E8A73B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2-7E2B-48A6-B8CF-A8FDA5E8A73B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3-7E2B-48A6-B8CF-A8FDA5E8A73B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4-7E2B-48A6-B8CF-A8FDA5E8A73B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5-7E2B-48A6-B8CF-A8FDA5E8A73B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6-7E2B-48A6-B8CF-A8FDA5E8A73B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7-7E2B-48A6-B8CF-A8FDA5E8A73B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8-7E2B-48A6-B8CF-A8FDA5E8A73B}"/>
                </c:ext>
              </c:extLst>
            </c:dLbl>
            <c:dLbl>
              <c:idx val="25"/>
              <c:layout>
                <c:manualLayout>
                  <c:x val="-4.2500062492188476E-2"/>
                  <c:y val="7.37835507787802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9-7E2B-48A6-B8CF-A8FDA5E8A73B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A-7E2B-48A6-B8CF-A8FDA5E8A73B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B-7E2B-48A6-B8CF-A8FDA5E8A73B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C-7E2B-48A6-B8CF-A8FDA5E8A73B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D-7E2B-48A6-B8CF-A8FDA5E8A73B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E-7E2B-48A6-B8CF-A8FDA5E8A73B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7F-7E2B-48A6-B8CF-A8FDA5E8A73B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aseline="0"/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'Franklin-Delaware county region'!$A$2:$A$33</c:f>
              <c:numCache>
                <c:formatCode>General</c:formatCode>
                <c:ptCount val="3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2030</c:v>
                </c:pt>
                <c:pt idx="27">
                  <c:v>2035</c:v>
                </c:pt>
                <c:pt idx="28">
                  <c:v>2040</c:v>
                </c:pt>
                <c:pt idx="29">
                  <c:v>2045</c:v>
                </c:pt>
                <c:pt idx="30">
                  <c:v>2050</c:v>
                </c:pt>
                <c:pt idx="31">
                  <c:v>2055</c:v>
                </c:pt>
              </c:numCache>
            </c:numRef>
          </c:xVal>
          <c:yVal>
            <c:numRef>
              <c:f>'Franklin-Delaware county region'!$B$2:$B$33</c:f>
              <c:numCache>
                <c:formatCode>#,##0</c:formatCode>
                <c:ptCount val="32"/>
                <c:pt idx="0">
                  <c:v>1183777</c:v>
                </c:pt>
                <c:pt idx="1">
                  <c:v>1201584</c:v>
                </c:pt>
                <c:pt idx="2">
                  <c:v>1214865</c:v>
                </c:pt>
                <c:pt idx="3">
                  <c:v>1229092</c:v>
                </c:pt>
                <c:pt idx="4">
                  <c:v>1240951</c:v>
                </c:pt>
                <c:pt idx="5">
                  <c:v>1254650</c:v>
                </c:pt>
                <c:pt idx="6">
                  <c:v>1272088</c:v>
                </c:pt>
                <c:pt idx="7">
                  <c:v>1288970</c:v>
                </c:pt>
                <c:pt idx="8">
                  <c:v>1307835</c:v>
                </c:pt>
                <c:pt idx="9">
                  <c:v>1326084</c:v>
                </c:pt>
                <c:pt idx="10">
                  <c:v>1341366</c:v>
                </c:pt>
                <c:pt idx="11">
                  <c:v>1359670</c:v>
                </c:pt>
                <c:pt idx="12">
                  <c:v>1380796</c:v>
                </c:pt>
                <c:pt idx="13">
                  <c:v>1405172</c:v>
                </c:pt>
                <c:pt idx="14">
                  <c:v>1428983</c:v>
                </c:pt>
                <c:pt idx="15">
                  <c:v>1452227</c:v>
                </c:pt>
                <c:pt idx="16">
                  <c:v>1473502</c:v>
                </c:pt>
                <c:pt idx="17">
                  <c:v>1498514</c:v>
                </c:pt>
                <c:pt idx="18">
                  <c:v>1515065</c:v>
                </c:pt>
                <c:pt idx="19">
                  <c:v>1529789</c:v>
                </c:pt>
                <c:pt idx="20">
                  <c:v>1539659</c:v>
                </c:pt>
                <c:pt idx="21">
                  <c:v>1538570</c:v>
                </c:pt>
                <c:pt idx="22">
                  <c:v>1553201</c:v>
                </c:pt>
                <c:pt idx="23">
                  <c:v>1569174</c:v>
                </c:pt>
                <c:pt idx="24">
                  <c:v>1589519</c:v>
                </c:pt>
                <c:pt idx="25">
                  <c:v>1603568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80-7E2B-48A6-B8CF-A8FDA5E8A7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230001"/>
        <c:axId val="50230002"/>
      </c:scatterChart>
      <c:valAx>
        <c:axId val="50230001"/>
        <c:scaling>
          <c:orientation val="minMax"/>
          <c:max val="2055"/>
          <c:min val="20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30002"/>
        <c:crosses val="autoZero"/>
        <c:crossBetween val="midCat"/>
        <c:majorUnit val="5"/>
      </c:valAx>
      <c:valAx>
        <c:axId val="50230002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sz="1400" baseline="0"/>
            </a:pPr>
            <a:endParaRPr lang="en-US"/>
          </a:p>
        </c:txPr>
        <c:crossAx val="50230001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3"/>
          <c:y val="0.87"/>
          <c:w val="0.65"/>
          <c:h val="0.1"/>
        </c:manualLayout>
      </c:layout>
      <c:overlay val="0"/>
      <c:txPr>
        <a:bodyPr/>
        <a:lstStyle/>
        <a:p>
          <a:pPr>
            <a:defRPr sz="1400" baseline="0"/>
          </a:pPr>
          <a:endParaRPr lang="en-US"/>
        </a:p>
      </c:txPr>
    </c:legend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0A156E-0FFB-4D6D-829D-D14864411A8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962A5-689A-4992-BE5F-9C6326FFF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17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A3B5-86ED-132C-5D6C-EB4773F8C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568D3-68AF-0757-4999-69E18EBAA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E7898-3D2D-2C1B-D00D-D4A6B142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A424-EEDE-B470-58B2-6F39E36BB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25901-23EC-DC3C-13E5-9E80B68AC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9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94CB4-90F7-4B5F-EB52-BE7DB6F4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5D97-E075-CCE2-67F5-3AC180391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5ADBB-8C13-00CA-74A9-CE5BEFDFE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742F-4E8C-1634-0D32-51268B7C9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6462-C963-2EDF-2C8E-A98EB76A7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7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E631E-E154-A527-DE8E-4B8FB6B0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48725-62EC-3906-61FE-F1C673AB6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B187-54CA-F8A5-3C0D-F7B34044B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F1641-41F3-18B1-2DAF-C7429F2A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19EA4-C743-DE80-9282-C0E424428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5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F7F3-D54D-A43C-9B27-01387669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319E6-5CB8-57B8-97DD-823DE835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5DFFF-B31C-D44E-5135-575000517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7025D-5DF0-D09B-ED95-F89F1740D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EFFBE-B93D-47DC-9E0A-1323AD7D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413D6D-EBC2-039D-A880-2DEB3447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5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4106B-3EAE-81A2-4024-1787A15A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D21BD-DDA9-8A91-E211-AAD11CA05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E68FF-5240-70A2-0347-A8F2BAD20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9B3B1-69FD-3FF3-427F-6907AFFBF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3BA9-05D2-4E8C-E1A6-59FEFBD36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7EC97-301A-8880-D18E-8A2BA18A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1F159-AC2A-4A13-5DAC-059DDB69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4C719-C5AC-DF8D-9535-C263D6307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0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6D93-5DAB-D401-0BCD-5AE285FD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BBD7E-64CB-5247-05A8-80F2CBCE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C1751-CEA7-0CD2-356F-037357C5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33880-0946-03D6-93C2-AF968D94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3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8A1E5-A088-5385-1866-8E201DE3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9767C-D3E5-F3BB-5282-69175081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464CB-2EDA-464F-3136-F669E445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49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3428C-5D91-C0D9-E93A-081566C43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75FF-BC0D-B2A4-C267-3491FB0AD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D15D5-779B-100C-7F82-4A56885C1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5DF96-8A7A-B536-4171-3E95204F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A23C8-ECDB-9DB8-5881-AF31E6419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297D5-10E7-C921-EC2C-379CDB6C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CDA8-8953-3146-B846-54FA825F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25D4B-9367-8701-C44D-B24FC216E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C3DF3-0B2D-E76A-F3D4-7098EE9D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E7F45-3123-72D0-A7B0-FB3CF28D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D2045-0BE0-8F95-8D4C-93455616D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684B3-B510-E06E-D2E8-5AE4588DB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2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CFF2-7FE2-0595-5F74-C3BFBAC6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EFA8A-CCBC-66C2-EDAD-3F6D163D6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ED48A-7833-DD05-16F6-FAE4A8F5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D425B-711A-DE6C-F7C6-D20B0190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F64A-41FB-C2E6-407A-FCFDB3384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20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68BF7-1A79-62B9-D9E3-7669F8B74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8CC7C-2E6B-0377-4B3D-C0A985828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F0251-C049-A565-5098-421DBC60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DAA88-717B-9947-5472-6C6D42E8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ADCB-9135-2C4A-357E-1C6504A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09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59D249E-5375-4B86-B91D-3909858306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9425" y="847640"/>
            <a:ext cx="4303590" cy="2192655"/>
          </a:xfrm>
          <a:custGeom>
            <a:avLst/>
            <a:gdLst>
              <a:gd name="connsiteX0" fmla="*/ 154429 w 4303590"/>
              <a:gd name="connsiteY0" fmla="*/ 0 h 2192655"/>
              <a:gd name="connsiteX1" fmla="*/ 4149161 w 4303590"/>
              <a:gd name="connsiteY1" fmla="*/ 0 h 2192655"/>
              <a:gd name="connsiteX2" fmla="*/ 4303590 w 4303590"/>
              <a:gd name="connsiteY2" fmla="*/ 154429 h 2192655"/>
              <a:gd name="connsiteX3" fmla="*/ 4303590 w 4303590"/>
              <a:gd name="connsiteY3" fmla="*/ 2038226 h 2192655"/>
              <a:gd name="connsiteX4" fmla="*/ 4149161 w 4303590"/>
              <a:gd name="connsiteY4" fmla="*/ 2192655 h 2192655"/>
              <a:gd name="connsiteX5" fmla="*/ 154429 w 4303590"/>
              <a:gd name="connsiteY5" fmla="*/ 2192655 h 2192655"/>
              <a:gd name="connsiteX6" fmla="*/ 0 w 4303590"/>
              <a:gd name="connsiteY6" fmla="*/ 2038226 h 2192655"/>
              <a:gd name="connsiteX7" fmla="*/ 0 w 4303590"/>
              <a:gd name="connsiteY7" fmla="*/ 154429 h 2192655"/>
              <a:gd name="connsiteX8" fmla="*/ 154429 w 4303590"/>
              <a:gd name="connsiteY8" fmla="*/ 0 h 2192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3590" h="2192655">
                <a:moveTo>
                  <a:pt x="154429" y="0"/>
                </a:moveTo>
                <a:lnTo>
                  <a:pt x="4149161" y="0"/>
                </a:lnTo>
                <a:cubicBezTo>
                  <a:pt x="4234450" y="0"/>
                  <a:pt x="4303590" y="69140"/>
                  <a:pt x="4303590" y="154429"/>
                </a:cubicBezTo>
                <a:lnTo>
                  <a:pt x="4303590" y="2038226"/>
                </a:lnTo>
                <a:cubicBezTo>
                  <a:pt x="4303590" y="2123515"/>
                  <a:pt x="4234450" y="2192655"/>
                  <a:pt x="4149161" y="2192655"/>
                </a:cubicBezTo>
                <a:lnTo>
                  <a:pt x="154429" y="2192655"/>
                </a:lnTo>
                <a:cubicBezTo>
                  <a:pt x="69140" y="2192655"/>
                  <a:pt x="0" y="2123515"/>
                  <a:pt x="0" y="2038226"/>
                </a:cubicBezTo>
                <a:lnTo>
                  <a:pt x="0" y="154429"/>
                </a:lnTo>
                <a:cubicBezTo>
                  <a:pt x="0" y="69140"/>
                  <a:pt x="69140" y="0"/>
                  <a:pt x="1544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3361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76F45-106A-7409-CDE0-24964399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1A438-6CA6-7230-B894-987245B10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34DC5-3EB6-D417-003D-F6D44FE25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260E0-16C0-462D-A2C8-F3CE7431A5E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BB49-2F12-7FB3-B7D0-482C0EF77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84149-800D-0188-B279-0234AC6AE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A5A5B-371D-4B70-89BE-28AB01B80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86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A061FB-9104-441D-8741-54E2AB75C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4" t="970" r="4294" b="26213"/>
          <a:stretch/>
        </p:blipFill>
        <p:spPr>
          <a:xfrm>
            <a:off x="-11575" y="0"/>
            <a:ext cx="12203575" cy="6858000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9761E87-529E-A5D9-659B-245AB67A8BCF}"/>
              </a:ext>
            </a:extLst>
          </p:cNvPr>
          <p:cNvSpPr/>
          <p:nvPr/>
        </p:nvSpPr>
        <p:spPr>
          <a:xfrm>
            <a:off x="-57873" y="-208344"/>
            <a:ext cx="7674015" cy="7187878"/>
          </a:xfrm>
          <a:custGeom>
            <a:avLst/>
            <a:gdLst>
              <a:gd name="connsiteX0" fmla="*/ 0 w 7060557"/>
              <a:gd name="connsiteY0" fmla="*/ 0 h 6898511"/>
              <a:gd name="connsiteX1" fmla="*/ 0 w 7060557"/>
              <a:gd name="connsiteY1" fmla="*/ 5289630 h 6898511"/>
              <a:gd name="connsiteX2" fmla="*/ 5289631 w 7060557"/>
              <a:gd name="connsiteY2" fmla="*/ 6898511 h 6898511"/>
              <a:gd name="connsiteX3" fmla="*/ 5903089 w 7060557"/>
              <a:gd name="connsiteY3" fmla="*/ 6898511 h 6898511"/>
              <a:gd name="connsiteX4" fmla="*/ 7060557 w 7060557"/>
              <a:gd name="connsiteY4" fmla="*/ 6180881 h 6898511"/>
              <a:gd name="connsiteX5" fmla="*/ 3993266 w 7060557"/>
              <a:gd name="connsiteY5" fmla="*/ 23149 h 6898511"/>
              <a:gd name="connsiteX0" fmla="*/ 0 w 7060557"/>
              <a:gd name="connsiteY0" fmla="*/ 162046 h 7060557"/>
              <a:gd name="connsiteX1" fmla="*/ 0 w 7060557"/>
              <a:gd name="connsiteY1" fmla="*/ 5451676 h 7060557"/>
              <a:gd name="connsiteX2" fmla="*/ 5289631 w 7060557"/>
              <a:gd name="connsiteY2" fmla="*/ 7060557 h 7060557"/>
              <a:gd name="connsiteX3" fmla="*/ 5903089 w 7060557"/>
              <a:gd name="connsiteY3" fmla="*/ 7060557 h 7060557"/>
              <a:gd name="connsiteX4" fmla="*/ 7060557 w 7060557"/>
              <a:gd name="connsiteY4" fmla="*/ 6342927 h 7060557"/>
              <a:gd name="connsiteX5" fmla="*/ 3912244 w 7060557"/>
              <a:gd name="connsiteY5" fmla="*/ 0 h 7060557"/>
              <a:gd name="connsiteX0" fmla="*/ 0 w 7060557"/>
              <a:gd name="connsiteY0" fmla="*/ 0 h 7141579"/>
              <a:gd name="connsiteX1" fmla="*/ 0 w 7060557"/>
              <a:gd name="connsiteY1" fmla="*/ 5532698 h 7141579"/>
              <a:gd name="connsiteX2" fmla="*/ 5289631 w 7060557"/>
              <a:gd name="connsiteY2" fmla="*/ 7141579 h 7141579"/>
              <a:gd name="connsiteX3" fmla="*/ 5903089 w 7060557"/>
              <a:gd name="connsiteY3" fmla="*/ 7141579 h 7141579"/>
              <a:gd name="connsiteX4" fmla="*/ 7060557 w 7060557"/>
              <a:gd name="connsiteY4" fmla="*/ 6423949 h 7141579"/>
              <a:gd name="connsiteX5" fmla="*/ 3912244 w 7060557"/>
              <a:gd name="connsiteY5" fmla="*/ 81022 h 7141579"/>
              <a:gd name="connsiteX0" fmla="*/ 46298 w 7106855"/>
              <a:gd name="connsiteY0" fmla="*/ 0 h 7141579"/>
              <a:gd name="connsiteX1" fmla="*/ 0 w 7106855"/>
              <a:gd name="connsiteY1" fmla="*/ 6111432 h 7141579"/>
              <a:gd name="connsiteX2" fmla="*/ 5335929 w 7106855"/>
              <a:gd name="connsiteY2" fmla="*/ 7141579 h 7141579"/>
              <a:gd name="connsiteX3" fmla="*/ 5949387 w 7106855"/>
              <a:gd name="connsiteY3" fmla="*/ 7141579 h 7141579"/>
              <a:gd name="connsiteX4" fmla="*/ 7106855 w 7106855"/>
              <a:gd name="connsiteY4" fmla="*/ 6423949 h 7141579"/>
              <a:gd name="connsiteX5" fmla="*/ 3958542 w 7106855"/>
              <a:gd name="connsiteY5" fmla="*/ 81022 h 7141579"/>
              <a:gd name="connsiteX0" fmla="*/ 46298 w 7674015"/>
              <a:gd name="connsiteY0" fmla="*/ 0 h 7141579"/>
              <a:gd name="connsiteX1" fmla="*/ 0 w 7674015"/>
              <a:gd name="connsiteY1" fmla="*/ 6111432 h 7141579"/>
              <a:gd name="connsiteX2" fmla="*/ 5335929 w 7674015"/>
              <a:gd name="connsiteY2" fmla="*/ 7141579 h 7141579"/>
              <a:gd name="connsiteX3" fmla="*/ 5949387 w 7674015"/>
              <a:gd name="connsiteY3" fmla="*/ 7141579 h 7141579"/>
              <a:gd name="connsiteX4" fmla="*/ 7674015 w 7674015"/>
              <a:gd name="connsiteY4" fmla="*/ 6088283 h 7141579"/>
              <a:gd name="connsiteX5" fmla="*/ 3958542 w 7674015"/>
              <a:gd name="connsiteY5" fmla="*/ 81022 h 7141579"/>
              <a:gd name="connsiteX0" fmla="*/ 46298 w 7674015"/>
              <a:gd name="connsiteY0" fmla="*/ 46299 h 7187878"/>
              <a:gd name="connsiteX1" fmla="*/ 0 w 7674015"/>
              <a:gd name="connsiteY1" fmla="*/ 6157731 h 7187878"/>
              <a:gd name="connsiteX2" fmla="*/ 5335929 w 7674015"/>
              <a:gd name="connsiteY2" fmla="*/ 7187878 h 7187878"/>
              <a:gd name="connsiteX3" fmla="*/ 5949387 w 7674015"/>
              <a:gd name="connsiteY3" fmla="*/ 7187878 h 7187878"/>
              <a:gd name="connsiteX4" fmla="*/ 7674015 w 7674015"/>
              <a:gd name="connsiteY4" fmla="*/ 6134582 h 7187878"/>
              <a:gd name="connsiteX5" fmla="*/ 4618299 w 7674015"/>
              <a:gd name="connsiteY5" fmla="*/ 0 h 7187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4015" h="7187878">
                <a:moveTo>
                  <a:pt x="46298" y="46299"/>
                </a:moveTo>
                <a:lnTo>
                  <a:pt x="0" y="6157731"/>
                </a:lnTo>
                <a:lnTo>
                  <a:pt x="5335929" y="7187878"/>
                </a:lnTo>
                <a:lnTo>
                  <a:pt x="5949387" y="7187878"/>
                </a:lnTo>
                <a:lnTo>
                  <a:pt x="7674015" y="6134582"/>
                </a:lnTo>
                <a:lnTo>
                  <a:pt x="4618299" y="0"/>
                </a:lnTo>
              </a:path>
            </a:pathLst>
          </a:custGeom>
          <a:solidFill>
            <a:srgbClr val="365072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21441CF-C54F-4176-1735-CE5E44CCC723}"/>
              </a:ext>
            </a:extLst>
          </p:cNvPr>
          <p:cNvSpPr/>
          <p:nvPr/>
        </p:nvSpPr>
        <p:spPr>
          <a:xfrm>
            <a:off x="-150471" y="5856791"/>
            <a:ext cx="6204030" cy="1157468"/>
          </a:xfrm>
          <a:custGeom>
            <a:avLst/>
            <a:gdLst>
              <a:gd name="connsiteX0" fmla="*/ 115747 w 5625296"/>
              <a:gd name="connsiteY0" fmla="*/ 0 h 1701479"/>
              <a:gd name="connsiteX1" fmla="*/ 5625296 w 5625296"/>
              <a:gd name="connsiteY1" fmla="*/ 1701479 h 1701479"/>
              <a:gd name="connsiteX2" fmla="*/ 0 w 5625296"/>
              <a:gd name="connsiteY2" fmla="*/ 1678329 h 1701479"/>
              <a:gd name="connsiteX3" fmla="*/ 115747 w 5625296"/>
              <a:gd name="connsiteY3" fmla="*/ 0 h 1701479"/>
              <a:gd name="connsiteX0" fmla="*/ 92597 w 5625296"/>
              <a:gd name="connsiteY0" fmla="*/ 0 h 1180618"/>
              <a:gd name="connsiteX1" fmla="*/ 5625296 w 5625296"/>
              <a:gd name="connsiteY1" fmla="*/ 1180618 h 1180618"/>
              <a:gd name="connsiteX2" fmla="*/ 0 w 5625296"/>
              <a:gd name="connsiteY2" fmla="*/ 1157468 h 1180618"/>
              <a:gd name="connsiteX3" fmla="*/ 92597 w 5625296"/>
              <a:gd name="connsiteY3" fmla="*/ 0 h 1180618"/>
              <a:gd name="connsiteX0" fmla="*/ 92597 w 6204030"/>
              <a:gd name="connsiteY0" fmla="*/ 0 h 1157468"/>
              <a:gd name="connsiteX1" fmla="*/ 6204030 w 6204030"/>
              <a:gd name="connsiteY1" fmla="*/ 1134319 h 1157468"/>
              <a:gd name="connsiteX2" fmla="*/ 0 w 6204030"/>
              <a:gd name="connsiteY2" fmla="*/ 1157468 h 1157468"/>
              <a:gd name="connsiteX3" fmla="*/ 92597 w 6204030"/>
              <a:gd name="connsiteY3" fmla="*/ 0 h 1157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4030" h="1157468">
                <a:moveTo>
                  <a:pt x="92597" y="0"/>
                </a:moveTo>
                <a:lnTo>
                  <a:pt x="6204030" y="1134319"/>
                </a:lnTo>
                <a:lnTo>
                  <a:pt x="0" y="1157468"/>
                </a:lnTo>
                <a:lnTo>
                  <a:pt x="92597" y="0"/>
                </a:lnTo>
                <a:close/>
              </a:path>
            </a:pathLst>
          </a:custGeom>
          <a:solidFill>
            <a:srgbClr val="5AB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3477EEA-CBD5-08AD-415A-51489025E717}"/>
              </a:ext>
            </a:extLst>
          </p:cNvPr>
          <p:cNvSpPr/>
          <p:nvPr/>
        </p:nvSpPr>
        <p:spPr>
          <a:xfrm>
            <a:off x="7581418" y="2905246"/>
            <a:ext cx="4734045" cy="4155311"/>
          </a:xfrm>
          <a:custGeom>
            <a:avLst/>
            <a:gdLst>
              <a:gd name="connsiteX0" fmla="*/ 5254906 w 5289630"/>
              <a:gd name="connsiteY0" fmla="*/ 0 h 4155311"/>
              <a:gd name="connsiteX1" fmla="*/ 0 w 5289630"/>
              <a:gd name="connsiteY1" fmla="*/ 3356658 h 4155311"/>
              <a:gd name="connsiteX2" fmla="*/ 428263 w 5289630"/>
              <a:gd name="connsiteY2" fmla="*/ 4143736 h 4155311"/>
              <a:gd name="connsiteX3" fmla="*/ 5289630 w 5289630"/>
              <a:gd name="connsiteY3" fmla="*/ 4155311 h 4155311"/>
              <a:gd name="connsiteX4" fmla="*/ 5173883 w 5289630"/>
              <a:gd name="connsiteY4" fmla="*/ 23149 h 4155311"/>
              <a:gd name="connsiteX5" fmla="*/ 5254906 w 5289630"/>
              <a:gd name="connsiteY5" fmla="*/ 0 h 4155311"/>
              <a:gd name="connsiteX0" fmla="*/ 5254906 w 5289630"/>
              <a:gd name="connsiteY0" fmla="*/ 0 h 4155311"/>
              <a:gd name="connsiteX1" fmla="*/ 0 w 5289630"/>
              <a:gd name="connsiteY1" fmla="*/ 3356658 h 4155311"/>
              <a:gd name="connsiteX2" fmla="*/ 1134319 w 5289630"/>
              <a:gd name="connsiteY2" fmla="*/ 4143736 h 4155311"/>
              <a:gd name="connsiteX3" fmla="*/ 5289630 w 5289630"/>
              <a:gd name="connsiteY3" fmla="*/ 4155311 h 4155311"/>
              <a:gd name="connsiteX4" fmla="*/ 5173883 w 5289630"/>
              <a:gd name="connsiteY4" fmla="*/ 23149 h 4155311"/>
              <a:gd name="connsiteX5" fmla="*/ 5254906 w 5289630"/>
              <a:gd name="connsiteY5" fmla="*/ 0 h 4155311"/>
              <a:gd name="connsiteX0" fmla="*/ 4699321 w 4734045"/>
              <a:gd name="connsiteY0" fmla="*/ 0 h 4155311"/>
              <a:gd name="connsiteX1" fmla="*/ 0 w 4734045"/>
              <a:gd name="connsiteY1" fmla="*/ 3044142 h 4155311"/>
              <a:gd name="connsiteX2" fmla="*/ 578734 w 4734045"/>
              <a:gd name="connsiteY2" fmla="*/ 4143736 h 4155311"/>
              <a:gd name="connsiteX3" fmla="*/ 4734045 w 4734045"/>
              <a:gd name="connsiteY3" fmla="*/ 4155311 h 4155311"/>
              <a:gd name="connsiteX4" fmla="*/ 4618298 w 4734045"/>
              <a:gd name="connsiteY4" fmla="*/ 23149 h 4155311"/>
              <a:gd name="connsiteX5" fmla="*/ 4699321 w 4734045"/>
              <a:gd name="connsiteY5" fmla="*/ 0 h 4155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34045" h="4155311">
                <a:moveTo>
                  <a:pt x="4699321" y="0"/>
                </a:moveTo>
                <a:lnTo>
                  <a:pt x="0" y="3044142"/>
                </a:lnTo>
                <a:lnTo>
                  <a:pt x="578734" y="4143736"/>
                </a:lnTo>
                <a:lnTo>
                  <a:pt x="4734045" y="4155311"/>
                </a:lnTo>
                <a:lnTo>
                  <a:pt x="4618298" y="23149"/>
                </a:lnTo>
                <a:lnTo>
                  <a:pt x="4699321" y="0"/>
                </a:lnTo>
                <a:close/>
              </a:path>
            </a:pathLst>
          </a:custGeom>
          <a:solidFill>
            <a:srgbClr val="0075BF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5024883-8A91-0F42-B9CF-3C7BAD18D79A}"/>
              </a:ext>
            </a:extLst>
          </p:cNvPr>
          <p:cNvSpPr/>
          <p:nvPr/>
        </p:nvSpPr>
        <p:spPr>
          <a:xfrm>
            <a:off x="5856790" y="5928090"/>
            <a:ext cx="2268638" cy="1134319"/>
          </a:xfrm>
          <a:custGeom>
            <a:avLst/>
            <a:gdLst>
              <a:gd name="connsiteX0" fmla="*/ 1192192 w 1585732"/>
              <a:gd name="connsiteY0" fmla="*/ 0 h 798653"/>
              <a:gd name="connsiteX1" fmla="*/ 0 w 1585732"/>
              <a:gd name="connsiteY1" fmla="*/ 798653 h 798653"/>
              <a:gd name="connsiteX2" fmla="*/ 1585732 w 1585732"/>
              <a:gd name="connsiteY2" fmla="*/ 775504 h 798653"/>
              <a:gd name="connsiteX3" fmla="*/ 1192192 w 1585732"/>
              <a:gd name="connsiteY3" fmla="*/ 0 h 798653"/>
              <a:gd name="connsiteX0" fmla="*/ 1192192 w 2268638"/>
              <a:gd name="connsiteY0" fmla="*/ 0 h 798653"/>
              <a:gd name="connsiteX1" fmla="*/ 0 w 2268638"/>
              <a:gd name="connsiteY1" fmla="*/ 798653 h 798653"/>
              <a:gd name="connsiteX2" fmla="*/ 2268638 w 2268638"/>
              <a:gd name="connsiteY2" fmla="*/ 729205 h 798653"/>
              <a:gd name="connsiteX3" fmla="*/ 1192192 w 2268638"/>
              <a:gd name="connsiteY3" fmla="*/ 0 h 798653"/>
              <a:gd name="connsiteX0" fmla="*/ 1747777 w 2268638"/>
              <a:gd name="connsiteY0" fmla="*/ 0 h 1134319"/>
              <a:gd name="connsiteX1" fmla="*/ 0 w 2268638"/>
              <a:gd name="connsiteY1" fmla="*/ 1134319 h 1134319"/>
              <a:gd name="connsiteX2" fmla="*/ 2268638 w 2268638"/>
              <a:gd name="connsiteY2" fmla="*/ 1064871 h 1134319"/>
              <a:gd name="connsiteX3" fmla="*/ 1747777 w 2268638"/>
              <a:gd name="connsiteY3" fmla="*/ 0 h 1134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8638" h="1134319">
                <a:moveTo>
                  <a:pt x="1747777" y="0"/>
                </a:moveTo>
                <a:lnTo>
                  <a:pt x="0" y="1134319"/>
                </a:lnTo>
                <a:lnTo>
                  <a:pt x="2268638" y="1064871"/>
                </a:lnTo>
                <a:lnTo>
                  <a:pt x="1747777" y="0"/>
                </a:lnTo>
                <a:close/>
              </a:path>
            </a:pathLst>
          </a:custGeom>
          <a:solidFill>
            <a:srgbClr val="0EB2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7987B0-E272-E144-EB78-41A38C472D6B}"/>
              </a:ext>
            </a:extLst>
          </p:cNvPr>
          <p:cNvSpPr/>
          <p:nvPr/>
        </p:nvSpPr>
        <p:spPr>
          <a:xfrm rot="3450457">
            <a:off x="6979979" y="-831514"/>
            <a:ext cx="91707" cy="1428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57B11A-A51F-8CF9-EE7D-A1EF3765E585}"/>
              </a:ext>
            </a:extLst>
          </p:cNvPr>
          <p:cNvSpPr/>
          <p:nvPr/>
        </p:nvSpPr>
        <p:spPr>
          <a:xfrm rot="20023943">
            <a:off x="7497139" y="-1315722"/>
            <a:ext cx="91707" cy="1428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3A77D1-5C1B-A92D-F75B-7F912E93EAD3}"/>
              </a:ext>
            </a:extLst>
          </p:cNvPr>
          <p:cNvSpPr/>
          <p:nvPr/>
        </p:nvSpPr>
        <p:spPr>
          <a:xfrm rot="16798040">
            <a:off x="2003195" y="-876863"/>
            <a:ext cx="91707" cy="1428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7D3E51-A0CF-E24A-8CAC-DFA3FDC68449}"/>
              </a:ext>
            </a:extLst>
          </p:cNvPr>
          <p:cNvSpPr txBox="1"/>
          <p:nvPr/>
        </p:nvSpPr>
        <p:spPr>
          <a:xfrm>
            <a:off x="484087" y="4386954"/>
            <a:ext cx="6698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2025-2055 POPULATION PROJECTIONS (DRAFT)</a:t>
            </a:r>
          </a:p>
        </p:txBody>
      </p:sp>
      <p:pic>
        <p:nvPicPr>
          <p:cNvPr id="18" name="Picture 1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C2E6568-B1F3-D3B6-FFA1-194E10844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98093"/>
            <a:ext cx="2475347" cy="85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6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843377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75F740-9A7F-75C4-C698-7BB81FE6F3B4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13882-43AE-7FCA-260A-1903CFDC0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15B5AF-6C63-6AD7-D504-3A5FC9B0BF8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68520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70D33E-7794-4CD9-D067-5D0D4DA60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808839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242,032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242,032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242,032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258,927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260,452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265,297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271,837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274,912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284,682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282,457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287,137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301,942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293,027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299,367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319,357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304,032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312,067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337,477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314,177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324,002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355,067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F35F29B-1310-63FD-F9A0-1EF3D76EA638}"/>
              </a:ext>
            </a:extLst>
          </p:cNvPr>
          <p:cNvSpPr txBox="1"/>
          <p:nvPr/>
        </p:nvSpPr>
        <p:spPr>
          <a:xfrm>
            <a:off x="2468500" y="755611"/>
            <a:ext cx="7254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Delaware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7146D-EFAD-446C-94AE-858EA9E30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21831F-66A0-AA94-5777-AC1442D4558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3074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437912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880E58-23C6-F0E5-4734-37D694A61AE8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771664-0A05-DB1F-2900-4152A2F9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2B7BEA-DD6B-AB9A-2404-6DF8F30D09E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63190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2686F-8BB8-1418-FF67-3F5ACEA6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34BF81-D9C6-3C21-A9B6-8A1714E14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7077603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169,752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169,752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169,752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175,152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176,562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179,297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178,482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181,322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186,812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180,742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185,097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193,457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182,952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188,897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200,327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185,232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192,822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207,482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187,112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196,407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214,347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FD55E23-B0EB-9348-9A6B-34A411860DD3}"/>
              </a:ext>
            </a:extLst>
          </p:cNvPr>
          <p:cNvSpPr txBox="1"/>
          <p:nvPr/>
        </p:nvSpPr>
        <p:spPr>
          <a:xfrm>
            <a:off x="2468500" y="755611"/>
            <a:ext cx="707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Fairfield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FFFAB3-5D2C-18A1-885A-F2290AA94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486B3-C2C7-6594-4ADE-8BC27D4D2C9A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826628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2BE6-1D3D-B78D-22F8-0FEDB112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8038874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9E85EC-DCDC-A538-3363-7434D9B27DEC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2C2C2-2584-17E1-BC7F-340889B77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9E490A8-CB75-A558-5169-545DC3A7F26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186728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18F1-5CEB-61AF-11B0-7CFD7203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E34C7E-EA07-68E4-421A-B16E83EF9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101219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28,552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28,552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27,882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28,407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27,562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27,987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25,992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27,407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25,917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26,737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23,677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24,977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25,992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22,477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25,247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1285D3-4F6D-7D47-5030-BA7F740CEA50}"/>
              </a:ext>
            </a:extLst>
          </p:cNvPr>
          <p:cNvSpPr txBox="1"/>
          <p:nvPr/>
        </p:nvSpPr>
        <p:spPr>
          <a:xfrm>
            <a:off x="2468500" y="755611"/>
            <a:ext cx="6960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Fayette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85B878-0BDE-4BE8-CE50-DF2F00E65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5D8229-0BFC-0C10-1D03-F31B05835F0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628353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D284-BD8A-003D-A2A6-58D46D02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491909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0E8F3A-2CA2-99DF-216E-9D6CE04A242C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2399C8-DC1C-DB25-3680-3A294F00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92C291-63D0-33AA-207E-BDE6D36DBE3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804723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CE58-ADFB-4C01-2555-1685E413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E8B555-2D92-249F-9A42-EE2280DD2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576552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1,361,536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1,361,536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1,361,536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1,412,611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1,426,271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1,440,841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1,457,656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1,486,151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1,516,546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1,491,751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1,536,216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1,583,641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1,515,951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1,576,811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1,641,716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1,533,531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1,610,786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1,693,181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1,547,166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1,640,746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1,740,556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2A1C82-0851-A896-4CAF-D984E9E331AE}"/>
              </a:ext>
            </a:extLst>
          </p:cNvPr>
          <p:cNvSpPr txBox="1"/>
          <p:nvPr/>
        </p:nvSpPr>
        <p:spPr>
          <a:xfrm>
            <a:off x="2468500" y="755611"/>
            <a:ext cx="705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Franklin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666D03-D18A-A493-7653-345681D1F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55797B-50CE-0CE8-1183-C5FE55F830EC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72140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D102-0582-8381-A7C9-4730891A1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364780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B5AD17-E06E-C025-0E1D-750AAD7B09E3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0117E9-89C7-EEE6-1C7A-38108836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2B876D8-E50E-F1BD-F095-763C35F08CF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283480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8A35-00E3-D26F-3829-245B7800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1A00CF-7609-F1F2-F07F-0D7D50700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951272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27,512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27,512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26,307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26,682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26,992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24,942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25,687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26,307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23,487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25,517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22,022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23,492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24,702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20,412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22,252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23,767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18,822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22,827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5235DF-7AB2-AD0A-4C78-B0A57807FA1D}"/>
              </a:ext>
            </a:extLst>
          </p:cNvPr>
          <p:cNvSpPr txBox="1"/>
          <p:nvPr/>
        </p:nvSpPr>
        <p:spPr>
          <a:xfrm>
            <a:off x="2468500" y="755611"/>
            <a:ext cx="7073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Hocking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DCC03F-F037-D965-CC8D-3F0553BB7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EE3272-497C-8C2D-B20E-8298AD7A2D7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72334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99FD7-1570-D351-409B-B0E945D9F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0652916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1C9179-3C9B-1226-7EE8-83F39D7B7FA7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84BC42-484B-50AE-9EED-6A802400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C01B12-1FD3-B3F4-BC3F-03877254E9E2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467955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D0329-ED8D-45E6-818F-AF3DF8903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55D70D6-DA33-CBEF-33AE-E943C27FE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504568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64,002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63,377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64,442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65,357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62,152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64,292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66,167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60,432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63,747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66,612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58,487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62,987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66,897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56,547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62,237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67,217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54,762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61,672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67,682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6D0A1D3-B931-26AB-483A-FEC6A765F1FB}"/>
              </a:ext>
            </a:extLst>
          </p:cNvPr>
          <p:cNvSpPr txBox="1"/>
          <p:nvPr/>
        </p:nvSpPr>
        <p:spPr>
          <a:xfrm>
            <a:off x="2468500" y="755611"/>
            <a:ext cx="6615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Knox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2A47B8-E161-89FD-9295-B9C881C4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4ECE9F-893C-1566-ED12-83D6DECB8B8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79678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2A049-BC00-FD15-525B-6C3C3E5E9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5003897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055B3A1-9471-CE36-33AE-74F010B61665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677315-CCC8-5282-D52A-BDB58DD76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5044AA-27E1-9305-6E93-D5DF7E32AAE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64979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76234-37F0-4AA6-C640-10C2ED0D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89158E-2113-EFA4-28C2-CD8E6E82C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27096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185,564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185,564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185,564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188,369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190,544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191,779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188,719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193,039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195,484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187,564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194,124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197,824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186,004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194,854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199,864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184,109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195,329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201,654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181,924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195,549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203,224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F58E523-1C95-C0FA-1475-12D6DA6720D6}"/>
              </a:ext>
            </a:extLst>
          </p:cNvPr>
          <p:cNvSpPr txBox="1"/>
          <p:nvPr/>
        </p:nvSpPr>
        <p:spPr>
          <a:xfrm>
            <a:off x="2468500" y="755611"/>
            <a:ext cx="6911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Licking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11BEC-3584-616C-CD2D-5BE57C0AE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A25F00-5537-0312-4CE0-9DDDE727A882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80361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1025-3D01-5E20-06EA-ECB43E99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7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3847573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82842-77F1-D982-14D4-52B79D3E7C6E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7E26DC-3857-96E0-FC77-82981C16B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4BD577-CBBD-AEA8-5734-58E940E2C7E2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572952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5AF52-8B32-ED12-55E4-9164C8E5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A96427-6B37-5B74-65E7-62DF3BCC3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999354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46,302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46,302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44,877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46,077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46,227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42,972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45,667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40,697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44,347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44,807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38,197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43,107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43,727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35,587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41,732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42,512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32,987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40,292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41,247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0FEF60-C1CC-EFA0-8D94-0A2E38062376}"/>
              </a:ext>
            </a:extLst>
          </p:cNvPr>
          <p:cNvSpPr txBox="1"/>
          <p:nvPr/>
        </p:nvSpPr>
        <p:spPr>
          <a:xfrm>
            <a:off x="2468500" y="755611"/>
            <a:ext cx="675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Logan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B500D5-0352-DE84-6090-CB8E59C0B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33EC9B-EA81-4FFA-F57A-8F5317583BBE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894613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F162-3ACC-3D74-6C5C-E2871802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539571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7A6ACA-D39D-4E70-B670-8DC8B5A26E3E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6A777D-5931-AC7E-B21D-633754FC9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5709ED-5CA3-E773-7A41-3AECC6AEE9F0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213114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192A5-F6CE-545D-5DCF-71A650FC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BC4570-926D-3713-0D11-425DF5F19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627682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46,985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46,985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46,985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45,700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48,455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50,220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43,775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49,320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52,875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41,400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49,890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55,340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38,825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50,410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57,865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36,195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50,940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60,465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33,570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51,500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63,115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7E2167-1FF4-08C8-BB17-AD32476F1B49}"/>
              </a:ext>
            </a:extLst>
          </p:cNvPr>
          <p:cNvSpPr txBox="1"/>
          <p:nvPr/>
        </p:nvSpPr>
        <p:spPr>
          <a:xfrm>
            <a:off x="2468500" y="755611"/>
            <a:ext cx="712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Madison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E60EE-8BFC-CF6F-25B6-B5DCE2E41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57879B-6097-5DE6-B7FE-C2AF6148DCA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021798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9DEF-2934-17A4-3D62-8A0DAF0E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9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1881981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284B6B6-ED1B-D220-CB2C-ECD51BA660F1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8034E6-67AD-BBC5-63CA-0E4F3F9EB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D5E98D-5E42-6717-F9AE-473C6E7297F3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952555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C54B-7320-F158-5240-A647ED760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8563E7-9471-9549-1164-752699896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051410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65,115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65,115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65,115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62,885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63,645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64,835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59,970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61,495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63,895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56,665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59,000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62,655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53,315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56,485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61,415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49,980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53,975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60,210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46,650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51,490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59,070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FE9DD1-77B6-41A2-4F15-A9C4FA039948}"/>
              </a:ext>
            </a:extLst>
          </p:cNvPr>
          <p:cNvSpPr txBox="1"/>
          <p:nvPr/>
        </p:nvSpPr>
        <p:spPr>
          <a:xfrm>
            <a:off x="2468500" y="755611"/>
            <a:ext cx="6895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Marion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A1C29-6D92-9434-A671-AB0461908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77929-104E-7852-9AF5-4B3D55A633EB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504303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BFF8-35CF-9079-95A7-2A2428F1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A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7751049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EF394C8-D5D4-1882-55A1-AEBC8F738CC8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13EF05-B619-AD5F-62D7-E63D0BB566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2F118F-F91D-A47A-89BA-ABFB411EA554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965419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582C-0011-86F0-82B1-337335B71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5DA7345-3406-36FE-246A-FDBBC4854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85526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36,305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36,305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36,305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36,320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36,990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35,180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37,330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34,080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35,225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37,430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32,855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34,430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37,475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31,555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33,560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30,245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32,685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37,400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AE8223-F48D-12D7-3A8A-239041E967D5}"/>
              </a:ext>
            </a:extLst>
          </p:cNvPr>
          <p:cNvSpPr txBox="1"/>
          <p:nvPr/>
        </p:nvSpPr>
        <p:spPr>
          <a:xfrm>
            <a:off x="2468500" y="755611"/>
            <a:ext cx="6983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Morrow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61D0A-E11A-7DAC-C5C1-A29EE42FF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6EFCCC-10F4-D622-3CC5-9226D7E0A34D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225638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7F87-89AA-1F69-0834-5DDE73A0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B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0728729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CCBCEB-C7DD-FCA0-4039-B48A8128EA3F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A77193-2DE1-6B02-28C0-33A83669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F30CB-4269-937F-7CFC-20E36AF96DAE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183447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CBEB-5E0D-FEB6-5FE0-B8B91EAE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B8512B-D8ED-F5C7-6FBF-EC308116D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836781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35,393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35,928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36,183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34,453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35,543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36,063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33,338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35,008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35,818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32,198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35,578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31,013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33,893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35,303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29,853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33,333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35,048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2BEDFC4-DA1B-21D7-25D6-88281048916E}"/>
              </a:ext>
            </a:extLst>
          </p:cNvPr>
          <p:cNvSpPr txBox="1"/>
          <p:nvPr/>
        </p:nvSpPr>
        <p:spPr>
          <a:xfrm>
            <a:off x="2468500" y="755611"/>
            <a:ext cx="6654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Perry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715A2-E39E-DA9C-7E97-7CA257FE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6F6245-6273-DA7A-23B1-19D0935D910D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44086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26EE-2116-F6B3-7849-07EED780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C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264748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E1D5FE-5D43-F145-CE68-7CFC4137E825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033479-7229-DD70-6A68-DC4D338A3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3356AC-816A-EF31-B492-0604609D2931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961642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AE59-F091-DFE3-B827-1756A24E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767897-85B4-668F-46D7-8A65BBDA0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96540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62,978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63,818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64,173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65,493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63,733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64,438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67,063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64,298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68,273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62,683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64,143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69,548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62,188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64,073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70,938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61,598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63,918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72,288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F36D0C-D275-C5F3-B729-F19DAB10F036}"/>
              </a:ext>
            </a:extLst>
          </p:cNvPr>
          <p:cNvSpPr txBox="1"/>
          <p:nvPr/>
        </p:nvSpPr>
        <p:spPr>
          <a:xfrm>
            <a:off x="2468500" y="755611"/>
            <a:ext cx="72403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Pickaway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E77754-5FE5-CC52-3C0D-D9C216969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A13B79-0115-D07F-FD6A-5526DF55DDE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38845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62FED-9915-550F-5329-4F29ED1C7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D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1521830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BB9C6A-3675-4845-4F34-9A71C8B18558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81022-7E45-7F14-E311-9B641D173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2B873D-E657-5C86-9CFB-69F001166B9A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821383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FCBA-2227-B1BA-D96C-0CC4457C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819F11-312A-7A23-8279-99978584A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776477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76,429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76,429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76,429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73,729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74,734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75,279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70,504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72,484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73,574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66,844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69,854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71,494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62,969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67,014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69,209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58,974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64,064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66,834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55,069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61,204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64,539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C86E52-4D34-61F2-3FC8-6004DEB83E7F}"/>
              </a:ext>
            </a:extLst>
          </p:cNvPr>
          <p:cNvSpPr txBox="1"/>
          <p:nvPr/>
        </p:nvSpPr>
        <p:spPr>
          <a:xfrm>
            <a:off x="2468500" y="755611"/>
            <a:ext cx="6612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Ross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C9025-A0C0-FC16-06C2-D937D002D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8D7B10-C954-2CB3-C6AF-209B2E3085B6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265713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B4C3F-539F-BB4C-FE48-16DD02300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E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507889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DB21FD-506A-BB42-03BF-ADFF3E934324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2D50ED-0942-99FE-1D7B-9D347AAE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52ECD2-0FD2-D608-6585-D4D4BF7FFEF2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456897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D1A0B-F5FB-73D5-13D1-5E6E0E43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2A43C4-0DB5-3EEC-4788-4817FED06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903489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73,446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76,771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79,021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82,226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79,181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83,666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90,106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80,851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87,691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97,451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82,196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91,491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104,741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83,406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95,276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112,216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84,486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99,036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119,806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6A55BEF-7942-DA68-0DC8-B2839A2D49D5}"/>
              </a:ext>
            </a:extLst>
          </p:cNvPr>
          <p:cNvSpPr txBox="1"/>
          <p:nvPr/>
        </p:nvSpPr>
        <p:spPr>
          <a:xfrm>
            <a:off x="2468500" y="755611"/>
            <a:ext cx="67514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Union County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E1330F-064B-4E2A-C9C6-DB64D39DA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553026-DD53-0493-E975-A578BA6C35AD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281092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E8C7-17F0-689A-2D93-DA6B3A7C2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305810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C23AEB-4972-BE71-5BAB-4CAA2D4F3E76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BFCD34-621B-655C-281F-49E8FCBD1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74A46F-7E68-0212-D20D-D98626FD725A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274511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BFD5-C14F-E8D7-5C13-0266B5E57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3FC69F-1289-4D8D-0555-F4E3501D5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89872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2,242,028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2,242,028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2,242,028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2,319,023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2,344,408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2,375,318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2,377,958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2,429,998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2,493,268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2,418,888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2,499,288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2,596,693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2,448,713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2,558,373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2,691,173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2,471,673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2,610,998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2,779,923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2,488,953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2,658,193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2,863,678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10A536-8FDF-9976-8754-A749E7BB3096}"/>
              </a:ext>
            </a:extLst>
          </p:cNvPr>
          <p:cNvSpPr txBox="1"/>
          <p:nvPr/>
        </p:nvSpPr>
        <p:spPr>
          <a:xfrm>
            <a:off x="2598150" y="797117"/>
            <a:ext cx="6995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Columbus MSA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950358-1DC3-2DBF-97A0-A61241428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05820A-2C32-CD06-D6B3-0994DD53383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73168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7231-1332-8367-9246-415A7ED2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3221158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8E57D4-2197-11C9-0051-32AD06515B67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2B6C7-B292-2D41-5170-1E8606E5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73C670-E47B-1141-939B-220C51C4840D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65965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AEE2-CFEF-79B0-F026-B955CDC48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2D97FD-4911-1EDB-1BC8-261E013EE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760437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2,522,428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2,522,428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2,522,428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2,591,773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2,621,483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2,655,423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2,640,573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2,701,203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2,770,558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2,669,518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2,763,033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2,869,668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2,686,538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2,813,883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2,959,158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2,696,438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2,857,983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3,042,688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2,700,898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2,896,873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3,121,463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2E2BE7-CC5B-4FE9-8BB3-53A8498A60F5}"/>
              </a:ext>
            </a:extLst>
          </p:cNvPr>
          <p:cNvSpPr txBox="1"/>
          <p:nvPr/>
        </p:nvSpPr>
        <p:spPr>
          <a:xfrm>
            <a:off x="1770487" y="815665"/>
            <a:ext cx="8651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MORPC 15-County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B1672-7EF2-26FB-F323-B5BBADC3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634E48-06A9-A65C-9C12-3C5908DCCFC8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719033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C2F9-9EBF-5EE1-99F7-E2556B90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570801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31D5A1-C47E-E566-6F20-F858E314C5A2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4F312-09E0-F701-3805-0214628D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8F1497-0208-2493-69CF-87073767971B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869149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6E99-D832-CE12-016B-6E3D3395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251122-895B-DCC1-A9F5-DE564E920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888043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2,307,715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2,307,715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2,307,715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2,383,585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2,409,885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2,442,335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2,440,685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2,494,555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2,560,960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2,479,160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2,562,425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2,664,625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2,506,295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2,619,875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2,759,205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2,526,775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2,671,065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2,848,280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2,541,690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2,717,005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2,932,555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0267C93-136D-DD0B-A63E-083DBD575949}"/>
              </a:ext>
            </a:extLst>
          </p:cNvPr>
          <p:cNvSpPr txBox="1"/>
          <p:nvPr/>
        </p:nvSpPr>
        <p:spPr>
          <a:xfrm>
            <a:off x="1770487" y="815665"/>
            <a:ext cx="8460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MORPC 10-County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4D09F-92C0-FB65-1BC0-9EA54E728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0470CE-CA6A-9006-A8E8-8A5B72E0659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978237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421E-4C10-D9A9-CDB9-226B4315E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366972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8882BC9-C785-14C1-861C-25BBCC61BE47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0C293-6615-F3FB-272B-7C52AAD2C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EEEE46-2A11-C1A0-3235-7B8C5F8185E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8800313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C01B-3294-D5DE-4D90-8FB2E5AA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955684-A3BF-8D63-3F02-98EF13A38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388045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2,142,293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2,142,293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2,142,293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2,221,348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2,245,478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2,275,153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2,283,383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2,332,848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2,393,568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2,327,983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2,404,453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2,497,928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2,361,638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2,465,973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2,593,418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2,388,693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2,521,293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2,683,413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2,410,033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2,571,158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2,768,403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D01530-1E25-3531-813A-E2A105539F4F}"/>
              </a:ext>
            </a:extLst>
          </p:cNvPr>
          <p:cNvSpPr txBox="1"/>
          <p:nvPr/>
        </p:nvSpPr>
        <p:spPr>
          <a:xfrm>
            <a:off x="1770487" y="815665"/>
            <a:ext cx="8295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MORPC 7-County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CE9FCB-A8F9-F012-903B-DFF052D48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7DE2D8-5F57-A322-7DBF-C0B63100CDA9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632276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A7FE-C238-AF67-ABF2-4CC328DD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2753614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8A5210-0FBE-D684-BFDE-BF0B186B7993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90471E-641E-47C8-2CA7-22820D552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4256C8-7D3C-2572-DD21-C284E3CBF893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050467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AFC3-6AD2-6084-72DB-E72AA50FF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78DA3E-F7B1-C057-01C7-1C0965064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757124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518,583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518,583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518,583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523,678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532,618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544,418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522,473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540,453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564,248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517,388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544,948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581,218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511,313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548,843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598,268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505,103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552,883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615,968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498,423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556,708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633,708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214D3FD-389E-BDD2-13F1-58CD7CB14E59}"/>
              </a:ext>
            </a:extLst>
          </p:cNvPr>
          <p:cNvSpPr txBox="1"/>
          <p:nvPr/>
        </p:nvSpPr>
        <p:spPr>
          <a:xfrm>
            <a:off x="2062972" y="815665"/>
            <a:ext cx="8066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MORPC CORPO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C4889F-2E8B-47DF-DA10-B2B687CE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1E5618-F9D4-071D-0E70-F953DC6A68A3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0648557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4741F-1A69-5FFB-1F41-F6DCCFE4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14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930927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C25F0E3-AA70-CF71-E02A-31D57537C406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185411-7802-CFDC-A62D-A414E746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E39E36-80F2-443A-38AB-BFF8D6235ECA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487380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08CE9-1F0A-10BF-DE4F-8869A4738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050397-0171-B4F6-782C-EFC7B2E9B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643816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2,428,462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2,455,962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2,488,562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2,483,657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2,539,927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2,606,627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2,519,857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2,606,772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2,709,432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2,544,492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2,662,982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2,802,932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2,562,362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2,712,797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2,890,792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2,574,677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2,757,297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2,973,802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6002233-0F1E-A28C-2B03-8491311334F7}"/>
              </a:ext>
            </a:extLst>
          </p:cNvPr>
          <p:cNvSpPr txBox="1"/>
          <p:nvPr/>
        </p:nvSpPr>
        <p:spPr>
          <a:xfrm>
            <a:off x="2062972" y="815665"/>
            <a:ext cx="7809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MORPC CEDS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8B4D3-04DD-6B32-185B-FD9FE443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6679C9-894B-C49B-7DAA-F1BE9BB635DA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465486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4B77-6976-4771-DBE3-59AB80EC9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1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8660288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7FE439-02EF-0BDB-0E52-64EFF9C07DBC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8483F-58AE-FF42-5042-7AB3C541F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518C90-9991-A4C9-449A-9532AB8D1C7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2189945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525A2-B5A7-89DA-7B86-28CC45AB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555460-D289-5D8E-C560-5BA66C994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64914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2,354,017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2,428,462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2,455,962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2,488,562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2,483,657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2,539,927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2,606,627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2,519,857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2,606,772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2,709,432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2,544,492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2,662,982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2,802,932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2,562,362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2,712,797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2,890,792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2,574,677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2,757,297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2,973,802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369921-63ED-A05A-32CA-B65215ED1B49}"/>
              </a:ext>
            </a:extLst>
          </p:cNvPr>
          <p:cNvSpPr txBox="1"/>
          <p:nvPr/>
        </p:nvSpPr>
        <p:spPr>
          <a:xfrm>
            <a:off x="2111927" y="815665"/>
            <a:ext cx="7968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</a:t>
            </a:r>
            <a:r>
              <a:rPr lang="en-US" sz="2400" b="1" dirty="0" err="1"/>
              <a:t>OneColumbus</a:t>
            </a:r>
            <a:r>
              <a:rPr lang="en-US" sz="2400" b="1" dirty="0"/>
              <a:t>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71E8C-95F0-BAA5-285A-613FA36D3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EFEE18-63D7-FC00-24A2-A52ADB242535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8782087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9148D-DCAB-8D4A-276A-187BA10E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16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8264691"/>
              </p:ext>
            </p:extLst>
          </p:nvPr>
        </p:nvGraphicFramePr>
        <p:xfrm>
          <a:off x="609600" y="457200"/>
          <a:ext cx="109728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B29D986-A98C-1E52-16F3-6A8AE48C5BDF}"/>
              </a:ext>
            </a:extLst>
          </p:cNvPr>
          <p:cNvSpPr txBox="1"/>
          <p:nvPr/>
        </p:nvSpPr>
        <p:spPr>
          <a:xfrm>
            <a:off x="7278254" y="5902037"/>
            <a:ext cx="1447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(U.S. Census PEP)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525619-CF6D-1970-8A93-0D8B09B9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1ADF18-7062-9DED-175B-AD6A7F73CA32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2634760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6764-2972-23EB-2909-F2AF6A9DF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520A1F-A249-7560-73FA-7A6DE9A9B0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503015"/>
              </p:ext>
            </p:extLst>
          </p:nvPr>
        </p:nvGraphicFramePr>
        <p:xfrm>
          <a:off x="1200727" y="1740246"/>
          <a:ext cx="9790544" cy="3235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47636">
                  <a:extLst>
                    <a:ext uri="{9D8B030D-6E8A-4147-A177-3AD203B41FA5}">
                      <a16:colId xmlns:a16="http://schemas.microsoft.com/office/drawing/2014/main" val="3274291505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279446217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4154245611"/>
                    </a:ext>
                  </a:extLst>
                </a:gridCol>
                <a:gridCol w="2447636">
                  <a:extLst>
                    <a:ext uri="{9D8B030D-6E8A-4147-A177-3AD203B41FA5}">
                      <a16:colId xmlns:a16="http://schemas.microsoft.com/office/drawing/2014/main" val="36334271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percentile 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572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1,603,568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1,603,568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1,603,568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473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1,671,538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1,686,723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1,706,138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3478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1,729,493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1,761,063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1,801,228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2948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1,774,208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1,823,353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1,885,583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1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1,808,978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1,876,178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1,961,073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83365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1,837,563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1,922,853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2,030,658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72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+mn-lt"/>
                        </a:rPr>
                        <a:t>2055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1,861,343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1,964,748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2,095,623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91457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8201B30-4C15-3062-4D0A-FD25FF47BB40}"/>
              </a:ext>
            </a:extLst>
          </p:cNvPr>
          <p:cNvSpPr txBox="1"/>
          <p:nvPr/>
        </p:nvSpPr>
        <p:spPr>
          <a:xfrm>
            <a:off x="1335217" y="901390"/>
            <a:ext cx="9513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Projected Population Scenarios – Franklin-Delaware County Region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75877F-DDB0-F19C-4819-5EF19DD68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0" y="5902037"/>
            <a:ext cx="2305050" cy="7977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984A64-B7D2-5837-3401-9CF613A90257}"/>
              </a:ext>
            </a:extLst>
          </p:cNvPr>
          <p:cNvSpPr txBox="1"/>
          <p:nvPr/>
        </p:nvSpPr>
        <p:spPr>
          <a:xfrm>
            <a:off x="5443537" y="6400800"/>
            <a:ext cx="130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16291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 2007 - 2010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 2007 - 2010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2007 - 2010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139bf121-f5d0-417a-9e1c-b25445c1fc7d">
      <Terms xmlns="http://schemas.microsoft.com/office/infopath/2007/PartnerControls"/>
    </lcf76f155ced4ddcb4097134ff3c332f>
    <TaxCatchAll xmlns="22afcdeb-4134-4951-b09b-a3d97d2ba79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9DB740079409419F628B1184AB8CF6" ma:contentTypeVersion="20" ma:contentTypeDescription="Create a new document." ma:contentTypeScope="" ma:versionID="1ba0bfcee5e4cd82751a7496c3e8aa1a">
  <xsd:schema xmlns:xsd="http://www.w3.org/2001/XMLSchema" xmlns:xs="http://www.w3.org/2001/XMLSchema" xmlns:p="http://schemas.microsoft.com/office/2006/metadata/properties" xmlns:ns1="http://schemas.microsoft.com/sharepoint/v3" xmlns:ns2="139bf121-f5d0-417a-9e1c-b25445c1fc7d" xmlns:ns3="22afcdeb-4134-4951-b09b-a3d97d2ba793" targetNamespace="http://schemas.microsoft.com/office/2006/metadata/properties" ma:root="true" ma:fieldsID="a7c1c2869825d5d0ddd2461f34c6de11" ns1:_="" ns2:_="" ns3:_="">
    <xsd:import namespace="http://schemas.microsoft.com/sharepoint/v3"/>
    <xsd:import namespace="139bf121-f5d0-417a-9e1c-b25445c1fc7d"/>
    <xsd:import namespace="22afcdeb-4134-4951-b09b-a3d97d2ba7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9bf121-f5d0-417a-9e1c-b25445c1fc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efb5800-55b3-49b1-8deb-cdf767c995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fcdeb-4134-4951-b09b-a3d97d2ba79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5124f2d-f8a9-4124-ab35-ff047e948287}" ma:internalName="TaxCatchAll" ma:showField="CatchAllData" ma:web="22afcdeb-4134-4951-b09b-a3d97d2ba79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E10CEC-EC74-43D9-9EB5-86724E3FB47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39bf121-f5d0-417a-9e1c-b25445c1fc7d"/>
    <ds:schemaRef ds:uri="22afcdeb-4134-4951-b09b-a3d97d2ba793"/>
  </ds:schemaRefs>
</ds:datastoreItem>
</file>

<file path=customXml/itemProps2.xml><?xml version="1.0" encoding="utf-8"?>
<ds:datastoreItem xmlns:ds="http://schemas.openxmlformats.org/officeDocument/2006/customXml" ds:itemID="{37F36BC7-EFAA-4C34-9AB8-D6BB9F18A8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39bf121-f5d0-417a-9e1c-b25445c1fc7d"/>
    <ds:schemaRef ds:uri="22afcdeb-4134-4951-b09b-a3d97d2ba79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9C955C-8DB5-4642-B39E-A1B09EF541F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1482</Words>
  <Application>Microsoft Office PowerPoint</Application>
  <PresentationFormat>Widescreen</PresentationFormat>
  <Paragraphs>913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Porr</dc:creator>
  <cp:lastModifiedBy>Adam Porr</cp:lastModifiedBy>
  <cp:revision>9</cp:revision>
  <dcterms:created xsi:type="dcterms:W3CDTF">2026-07-30T14:55:01Z</dcterms:created>
  <dcterms:modified xsi:type="dcterms:W3CDTF">2026-07-30T20:35:29Z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0x010100CA9DB740079409419F628B1184AB8CF6</vt:lpwstr>
  </property>
  <property fmtid="{D5CDD505-2E9C-101B-9397-08002B2CF9AE}" pid="3" name="MediaServiceImageTags">
    <vt:lpwstr/>
  </property>
</Properties>
</file>